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4082" r:id="rId1"/>
  </p:sldMasterIdLst>
  <p:notesMasterIdLst>
    <p:notesMasterId r:id="rId16"/>
  </p:notesMasterIdLst>
  <p:sldIdLst>
    <p:sldId id="263" r:id="rId2"/>
    <p:sldId id="257" r:id="rId3"/>
    <p:sldId id="264" r:id="rId4"/>
    <p:sldId id="266" r:id="rId5"/>
    <p:sldId id="267" r:id="rId6"/>
    <p:sldId id="268" r:id="rId7"/>
    <p:sldId id="258" r:id="rId8"/>
    <p:sldId id="269" r:id="rId9"/>
    <p:sldId id="262" r:id="rId10"/>
    <p:sldId id="270" r:id="rId11"/>
    <p:sldId id="271" r:id="rId12"/>
    <p:sldId id="272" r:id="rId13"/>
    <p:sldId id="273" r:id="rId14"/>
    <p:sldId id="274" r:id="rId1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5538" autoAdjust="0"/>
    <p:restoredTop sz="86441" autoAdjust="0"/>
  </p:normalViewPr>
  <p:slideViewPr>
    <p:cSldViewPr snapToGrid="0">
      <p:cViewPr varScale="1">
        <p:scale>
          <a:sx n="95" d="100"/>
          <a:sy n="95" d="100"/>
        </p:scale>
        <p:origin x="1734" y="96"/>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21"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fe Enes BAŞTUĞ" userId="5837c9a6a768f560" providerId="LiveId" clId="{5C1BDA0C-C829-4B00-BD40-26FE87E9FC82}"/>
    <pc:docChg chg="undo custSel addSld delSld modSld sldOrd addMainMaster delMainMaster modMainMaster">
      <pc:chgData name="Efe Enes BAŞTUĞ" userId="5837c9a6a768f560" providerId="LiveId" clId="{5C1BDA0C-C829-4B00-BD40-26FE87E9FC82}" dt="2025-05-08T22:38:13.162" v="12650" actId="20577"/>
      <pc:docMkLst>
        <pc:docMk/>
      </pc:docMkLst>
      <pc:sldChg chg="addSp delSp modSp new del mod">
        <pc:chgData name="Efe Enes BAŞTUĞ" userId="5837c9a6a768f560" providerId="LiveId" clId="{5C1BDA0C-C829-4B00-BD40-26FE87E9FC82}" dt="2025-04-30T15:02:26.179" v="245" actId="2696"/>
        <pc:sldMkLst>
          <pc:docMk/>
          <pc:sldMk cId="2647202255" sldId="256"/>
        </pc:sldMkLst>
      </pc:sldChg>
      <pc:sldChg chg="addSp delSp modSp new mod ord">
        <pc:chgData name="Efe Enes BAŞTUĞ" userId="5837c9a6a768f560" providerId="LiveId" clId="{5C1BDA0C-C829-4B00-BD40-26FE87E9FC82}" dt="2025-05-08T11:44:04.739" v="10252"/>
        <pc:sldMkLst>
          <pc:docMk/>
          <pc:sldMk cId="2180570200" sldId="257"/>
        </pc:sldMkLst>
        <pc:spChg chg="add mod">
          <ac:chgData name="Efe Enes BAŞTUĞ" userId="5837c9a6a768f560" providerId="LiveId" clId="{5C1BDA0C-C829-4B00-BD40-26FE87E9FC82}" dt="2025-05-03T15:15:59.943" v="5534" actId="1076"/>
          <ac:spMkLst>
            <pc:docMk/>
            <pc:sldMk cId="2180570200" sldId="257"/>
            <ac:spMk id="2" creationId="{A603D853-A956-D394-6B1C-AB2FB40B20DF}"/>
          </ac:spMkLst>
        </pc:spChg>
        <pc:spChg chg="mod">
          <ac:chgData name="Efe Enes BAŞTUĞ" userId="5837c9a6a768f560" providerId="LiveId" clId="{5C1BDA0C-C829-4B00-BD40-26FE87E9FC82}" dt="2025-04-30T22:01:13.014" v="298" actId="1076"/>
          <ac:spMkLst>
            <pc:docMk/>
            <pc:sldMk cId="2180570200" sldId="257"/>
            <ac:spMk id="3" creationId="{432391C9-FE18-B8CC-C4FC-99C2CD6F030C}"/>
          </ac:spMkLst>
        </pc:spChg>
        <pc:spChg chg="add mod">
          <ac:chgData name="Efe Enes BAŞTUĞ" userId="5837c9a6a768f560" providerId="LiveId" clId="{5C1BDA0C-C829-4B00-BD40-26FE87E9FC82}" dt="2025-05-03T14:47:47.247" v="3788" actId="20577"/>
          <ac:spMkLst>
            <pc:docMk/>
            <pc:sldMk cId="2180570200" sldId="257"/>
            <ac:spMk id="4" creationId="{AEDF7E93-9B78-F845-099F-1B0AA33112B1}"/>
          </ac:spMkLst>
        </pc:spChg>
      </pc:sldChg>
      <pc:sldChg chg="addSp delSp modSp new mod ord">
        <pc:chgData name="Efe Enes BAŞTUĞ" userId="5837c9a6a768f560" providerId="LiveId" clId="{5C1BDA0C-C829-4B00-BD40-26FE87E9FC82}" dt="2025-05-08T12:20:39.176" v="10599" actId="27636"/>
        <pc:sldMkLst>
          <pc:docMk/>
          <pc:sldMk cId="3428149258" sldId="258"/>
        </pc:sldMkLst>
        <pc:spChg chg="mod">
          <ac:chgData name="Efe Enes BAŞTUĞ" userId="5837c9a6a768f560" providerId="LiveId" clId="{5C1BDA0C-C829-4B00-BD40-26FE87E9FC82}" dt="2025-05-08T12:20:39.176" v="10599" actId="27636"/>
          <ac:spMkLst>
            <pc:docMk/>
            <pc:sldMk cId="3428149258" sldId="258"/>
            <ac:spMk id="3" creationId="{90A6A64A-F479-A1FA-C73E-CC2E3914F513}"/>
          </ac:spMkLst>
        </pc:spChg>
        <pc:spChg chg="add mod">
          <ac:chgData name="Efe Enes BAŞTUĞ" userId="5837c9a6a768f560" providerId="LiveId" clId="{5C1BDA0C-C829-4B00-BD40-26FE87E9FC82}" dt="2025-05-03T14:59:05.587" v="4304" actId="1076"/>
          <ac:spMkLst>
            <pc:docMk/>
            <pc:sldMk cId="3428149258" sldId="258"/>
            <ac:spMk id="4" creationId="{CE03230D-7D40-2DD0-E3EF-88705E4ABCE5}"/>
          </ac:spMkLst>
        </pc:spChg>
        <pc:spChg chg="add mod">
          <ac:chgData name="Efe Enes BAŞTUĞ" userId="5837c9a6a768f560" providerId="LiveId" clId="{5C1BDA0C-C829-4B00-BD40-26FE87E9FC82}" dt="2025-05-03T15:16:16.980" v="5536" actId="1076"/>
          <ac:spMkLst>
            <pc:docMk/>
            <pc:sldMk cId="3428149258" sldId="258"/>
            <ac:spMk id="5" creationId="{141715E1-B830-7B81-D62C-119FEA0C3D22}"/>
          </ac:spMkLst>
        </pc:spChg>
      </pc:sldChg>
      <pc:sldChg chg="addSp modSp new del mod">
        <pc:chgData name="Efe Enes BAŞTUĞ" userId="5837c9a6a768f560" providerId="LiveId" clId="{5C1BDA0C-C829-4B00-BD40-26FE87E9FC82}" dt="2025-05-08T12:38:22.968" v="11605" actId="2696"/>
        <pc:sldMkLst>
          <pc:docMk/>
          <pc:sldMk cId="2938182358" sldId="259"/>
        </pc:sldMkLst>
      </pc:sldChg>
      <pc:sldChg chg="addSp delSp modSp new mod">
        <pc:chgData name="Efe Enes BAŞTUĞ" userId="5837c9a6a768f560" providerId="LiveId" clId="{5C1BDA0C-C829-4B00-BD40-26FE87E9FC82}" dt="2025-05-03T15:28:05.080" v="5852" actId="20577"/>
        <pc:sldMkLst>
          <pc:docMk/>
          <pc:sldMk cId="304396612" sldId="260"/>
        </pc:sldMkLst>
        <pc:spChg chg="mod">
          <ac:chgData name="Efe Enes BAŞTUĞ" userId="5837c9a6a768f560" providerId="LiveId" clId="{5C1BDA0C-C829-4B00-BD40-26FE87E9FC82}" dt="2025-05-03T15:28:05.080" v="5852" actId="20577"/>
          <ac:spMkLst>
            <pc:docMk/>
            <pc:sldMk cId="304396612" sldId="260"/>
            <ac:spMk id="3" creationId="{A0CD9E51-8AD7-7345-3298-878C5D914243}"/>
          </ac:spMkLst>
        </pc:spChg>
        <pc:spChg chg="add mod">
          <ac:chgData name="Efe Enes BAŞTUĞ" userId="5837c9a6a768f560" providerId="LiveId" clId="{5C1BDA0C-C829-4B00-BD40-26FE87E9FC82}" dt="2025-05-03T15:18:08.174" v="5566"/>
          <ac:spMkLst>
            <pc:docMk/>
            <pc:sldMk cId="304396612" sldId="260"/>
            <ac:spMk id="6" creationId="{0CC51E3C-C478-B35B-D5FC-3E730771904D}"/>
          </ac:spMkLst>
        </pc:spChg>
      </pc:sldChg>
      <pc:sldChg chg="modSp new del">
        <pc:chgData name="Efe Enes BAŞTUĞ" userId="5837c9a6a768f560" providerId="LiveId" clId="{5C1BDA0C-C829-4B00-BD40-26FE87E9FC82}" dt="2025-05-03T15:22:58.771" v="5817" actId="2696"/>
        <pc:sldMkLst>
          <pc:docMk/>
          <pc:sldMk cId="1125413990" sldId="261"/>
        </pc:sldMkLst>
      </pc:sldChg>
      <pc:sldChg chg="addSp delSp modSp new mod">
        <pc:chgData name="Efe Enes BAŞTUĞ" userId="5837c9a6a768f560" providerId="LiveId" clId="{5C1BDA0C-C829-4B00-BD40-26FE87E9FC82}" dt="2025-05-08T12:35:04.549" v="11380"/>
        <pc:sldMkLst>
          <pc:docMk/>
          <pc:sldMk cId="1823190683" sldId="262"/>
        </pc:sldMkLst>
        <pc:spChg chg="add mod">
          <ac:chgData name="Efe Enes BAŞTUĞ" userId="5837c9a6a768f560" providerId="LiveId" clId="{5C1BDA0C-C829-4B00-BD40-26FE87E9FC82}" dt="2025-05-08T12:35:04.549" v="11380"/>
          <ac:spMkLst>
            <pc:docMk/>
            <pc:sldMk cId="1823190683" sldId="262"/>
            <ac:spMk id="2" creationId="{3F91BCFB-C3B4-DD41-2A43-52916BC848A5}"/>
          </ac:spMkLst>
        </pc:spChg>
        <pc:spChg chg="add mod">
          <ac:chgData name="Efe Enes BAŞTUĞ" userId="5837c9a6a768f560" providerId="LiveId" clId="{5C1BDA0C-C829-4B00-BD40-26FE87E9FC82}" dt="2025-05-03T15:16:25.856" v="5538" actId="1076"/>
          <ac:spMkLst>
            <pc:docMk/>
            <pc:sldMk cId="1823190683" sldId="262"/>
            <ac:spMk id="6" creationId="{78ACD016-FA60-FB0D-F8C4-C992FA74CB64}"/>
          </ac:spMkLst>
        </pc:spChg>
      </pc:sldChg>
      <pc:sldChg chg="addSp delSp modSp new mod">
        <pc:chgData name="Efe Enes BAŞTUĞ" userId="5837c9a6a768f560" providerId="LiveId" clId="{5C1BDA0C-C829-4B00-BD40-26FE87E9FC82}" dt="2025-05-03T15:15:43.179" v="5532" actId="1076"/>
        <pc:sldMkLst>
          <pc:docMk/>
          <pc:sldMk cId="1168471684" sldId="263"/>
        </pc:sldMkLst>
        <pc:spChg chg="add mod">
          <ac:chgData name="Efe Enes BAŞTUĞ" userId="5837c9a6a768f560" providerId="LiveId" clId="{5C1BDA0C-C829-4B00-BD40-26FE87E9FC82}" dt="2025-05-03T15:15:43.179" v="5532" actId="1076"/>
          <ac:spMkLst>
            <pc:docMk/>
            <pc:sldMk cId="1168471684" sldId="263"/>
            <ac:spMk id="3" creationId="{101CCBEA-6E1D-4D70-4B05-370AE92E269A}"/>
          </ac:spMkLst>
        </pc:spChg>
        <pc:picChg chg="add mod">
          <ac:chgData name="Efe Enes BAŞTUĞ" userId="5837c9a6a768f560" providerId="LiveId" clId="{5C1BDA0C-C829-4B00-BD40-26FE87E9FC82}" dt="2025-04-30T22:33:10.031" v="2110" actId="1076"/>
          <ac:picMkLst>
            <pc:docMk/>
            <pc:sldMk cId="1168471684" sldId="263"/>
            <ac:picMk id="5" creationId="{A20C97B6-A265-02E2-FB8B-F71EFB1DC551}"/>
          </ac:picMkLst>
        </pc:picChg>
      </pc:sldChg>
      <pc:sldChg chg="delSp modSp new mod ord">
        <pc:chgData name="Efe Enes BAŞTUĞ" userId="5837c9a6a768f560" providerId="LiveId" clId="{5C1BDA0C-C829-4B00-BD40-26FE87E9FC82}" dt="2025-05-08T11:49:22.284" v="10449" actId="1076"/>
        <pc:sldMkLst>
          <pc:docMk/>
          <pc:sldMk cId="2078175419" sldId="264"/>
        </pc:sldMkLst>
        <pc:spChg chg="mod">
          <ac:chgData name="Efe Enes BAŞTUĞ" userId="5837c9a6a768f560" providerId="LiveId" clId="{5C1BDA0C-C829-4B00-BD40-26FE87E9FC82}" dt="2025-05-08T11:49:22.284" v="10449" actId="1076"/>
          <ac:spMkLst>
            <pc:docMk/>
            <pc:sldMk cId="2078175419" sldId="264"/>
            <ac:spMk id="3" creationId="{1B9670EA-EA24-C909-46B7-4DA64F947331}"/>
          </ac:spMkLst>
        </pc:spChg>
      </pc:sldChg>
      <pc:sldChg chg="addSp delSp modSp new mod ord">
        <pc:chgData name="Efe Enes BAŞTUĞ" userId="5837c9a6a768f560" providerId="LiveId" clId="{5C1BDA0C-C829-4B00-BD40-26FE87E9FC82}" dt="2025-05-08T10:59:47.428" v="6765" actId="1076"/>
        <pc:sldMkLst>
          <pc:docMk/>
          <pc:sldMk cId="3154506972" sldId="265"/>
        </pc:sldMkLst>
      </pc:sldChg>
      <pc:sldChg chg="addSp delSp modSp new mod ord">
        <pc:chgData name="Efe Enes BAŞTUĞ" userId="5837c9a6a768f560" providerId="LiveId" clId="{5C1BDA0C-C829-4B00-BD40-26FE87E9FC82}" dt="2025-05-08T11:24:50.196" v="8990" actId="1076"/>
        <pc:sldMkLst>
          <pc:docMk/>
          <pc:sldMk cId="1289404687" sldId="266"/>
        </pc:sldMkLst>
        <pc:spChg chg="mod">
          <ac:chgData name="Efe Enes BAŞTUĞ" userId="5837c9a6a768f560" providerId="LiveId" clId="{5C1BDA0C-C829-4B00-BD40-26FE87E9FC82}" dt="2025-05-08T11:00:27.693" v="6815" actId="1076"/>
          <ac:spMkLst>
            <pc:docMk/>
            <pc:sldMk cId="1289404687" sldId="266"/>
            <ac:spMk id="3" creationId="{4DFFC4A9-378C-6E19-E989-4BEAA1663307}"/>
          </ac:spMkLst>
        </pc:spChg>
        <pc:spChg chg="add del mod">
          <ac:chgData name="Efe Enes BAŞTUĞ" userId="5837c9a6a768f560" providerId="LiveId" clId="{5C1BDA0C-C829-4B00-BD40-26FE87E9FC82}" dt="2025-05-08T11:24:50.196" v="8990" actId="1076"/>
          <ac:spMkLst>
            <pc:docMk/>
            <pc:sldMk cId="1289404687" sldId="266"/>
            <ac:spMk id="6" creationId="{BF28AFB3-609F-C632-0C43-925928DB29E4}"/>
          </ac:spMkLst>
        </pc:spChg>
      </pc:sldChg>
      <pc:sldChg chg="delSp modSp new mod ord">
        <pc:chgData name="Efe Enes BAŞTUĞ" userId="5837c9a6a768f560" providerId="LiveId" clId="{5C1BDA0C-C829-4B00-BD40-26FE87E9FC82}" dt="2025-05-08T11:27:51.686" v="9296" actId="20577"/>
        <pc:sldMkLst>
          <pc:docMk/>
          <pc:sldMk cId="2802511010" sldId="267"/>
        </pc:sldMkLst>
        <pc:spChg chg="mod">
          <ac:chgData name="Efe Enes BAŞTUĞ" userId="5837c9a6a768f560" providerId="LiveId" clId="{5C1BDA0C-C829-4B00-BD40-26FE87E9FC82}" dt="2025-05-08T11:27:51.686" v="9296" actId="20577"/>
          <ac:spMkLst>
            <pc:docMk/>
            <pc:sldMk cId="2802511010" sldId="267"/>
            <ac:spMk id="3" creationId="{EDE4FBDF-14A3-20E3-73F5-7A0A9FCDFC1D}"/>
          </ac:spMkLst>
        </pc:spChg>
      </pc:sldChg>
      <pc:sldChg chg="delSp modSp new mod">
        <pc:chgData name="Efe Enes BAŞTUĞ" userId="5837c9a6a768f560" providerId="LiveId" clId="{5C1BDA0C-C829-4B00-BD40-26FE87E9FC82}" dt="2025-05-08T12:35:52.548" v="11417" actId="20577"/>
        <pc:sldMkLst>
          <pc:docMk/>
          <pc:sldMk cId="2685713098" sldId="268"/>
        </pc:sldMkLst>
        <pc:spChg chg="mod">
          <ac:chgData name="Efe Enes BAŞTUĞ" userId="5837c9a6a768f560" providerId="LiveId" clId="{5C1BDA0C-C829-4B00-BD40-26FE87E9FC82}" dt="2025-05-08T12:35:52.548" v="11417" actId="20577"/>
          <ac:spMkLst>
            <pc:docMk/>
            <pc:sldMk cId="2685713098" sldId="268"/>
            <ac:spMk id="3" creationId="{2E320440-B30A-AF13-34B0-CBA962FA569D}"/>
          </ac:spMkLst>
        </pc:spChg>
      </pc:sldChg>
      <pc:sldChg chg="delSp modSp new mod ord">
        <pc:chgData name="Efe Enes BAŞTUĞ" userId="5837c9a6a768f560" providerId="LiveId" clId="{5C1BDA0C-C829-4B00-BD40-26FE87E9FC82}" dt="2025-05-08T12:34:50.133" v="11378" actId="20577"/>
        <pc:sldMkLst>
          <pc:docMk/>
          <pc:sldMk cId="3568694282" sldId="269"/>
        </pc:sldMkLst>
        <pc:spChg chg="mod">
          <ac:chgData name="Efe Enes BAŞTUĞ" userId="5837c9a6a768f560" providerId="LiveId" clId="{5C1BDA0C-C829-4B00-BD40-26FE87E9FC82}" dt="2025-05-08T12:34:50.133" v="11378" actId="20577"/>
          <ac:spMkLst>
            <pc:docMk/>
            <pc:sldMk cId="3568694282" sldId="269"/>
            <ac:spMk id="3" creationId="{2CE1CC82-F201-EEB5-9650-F3D8D809603C}"/>
          </ac:spMkLst>
        </pc:spChg>
      </pc:sldChg>
      <pc:sldChg chg="modSp new mod ord">
        <pc:chgData name="Efe Enes BAŞTUĞ" userId="5837c9a6a768f560" providerId="LiveId" clId="{5C1BDA0C-C829-4B00-BD40-26FE87E9FC82}" dt="2025-05-08T12:38:14.452" v="11604" actId="20577"/>
        <pc:sldMkLst>
          <pc:docMk/>
          <pc:sldMk cId="1885731288" sldId="270"/>
        </pc:sldMkLst>
        <pc:spChg chg="mod">
          <ac:chgData name="Efe Enes BAŞTUĞ" userId="5837c9a6a768f560" providerId="LiveId" clId="{5C1BDA0C-C829-4B00-BD40-26FE87E9FC82}" dt="2025-05-08T12:38:14.452" v="11604" actId="20577"/>
          <ac:spMkLst>
            <pc:docMk/>
            <pc:sldMk cId="1885731288" sldId="270"/>
            <ac:spMk id="3" creationId="{4DE39AA5-08E6-ACBE-298D-97B2C40E04EA}"/>
          </ac:spMkLst>
        </pc:spChg>
      </pc:sldChg>
      <pc:sldChg chg="addSp delSp modSp new mod ord">
        <pc:chgData name="Efe Enes BAŞTUĞ" userId="5837c9a6a768f560" providerId="LiveId" clId="{5C1BDA0C-C829-4B00-BD40-26FE87E9FC82}" dt="2025-05-08T22:14:32.784" v="12295" actId="20577"/>
        <pc:sldMkLst>
          <pc:docMk/>
          <pc:sldMk cId="2281638650" sldId="271"/>
        </pc:sldMkLst>
        <pc:spChg chg="mod">
          <ac:chgData name="Efe Enes BAŞTUĞ" userId="5837c9a6a768f560" providerId="LiveId" clId="{5C1BDA0C-C829-4B00-BD40-26FE87E9FC82}" dt="2025-05-08T12:46:55.921" v="12283" actId="20577"/>
          <ac:spMkLst>
            <pc:docMk/>
            <pc:sldMk cId="2281638650" sldId="271"/>
            <ac:spMk id="3" creationId="{5FAC2631-FE8F-D984-E3C3-892F2EFAB079}"/>
          </ac:spMkLst>
        </pc:spChg>
        <pc:spChg chg="add mod">
          <ac:chgData name="Efe Enes BAŞTUĞ" userId="5837c9a6a768f560" providerId="LiveId" clId="{5C1BDA0C-C829-4B00-BD40-26FE87E9FC82}" dt="2025-05-08T22:14:32.784" v="12295" actId="20577"/>
          <ac:spMkLst>
            <pc:docMk/>
            <pc:sldMk cId="2281638650" sldId="271"/>
            <ac:spMk id="4" creationId="{99599416-B0D1-6015-0765-4D52B2E4950A}"/>
          </ac:spMkLst>
        </pc:spChg>
      </pc:sldChg>
      <pc:sldChg chg="modSp new mod ord">
        <pc:chgData name="Efe Enes BAŞTUĞ" userId="5837c9a6a768f560" providerId="LiveId" clId="{5C1BDA0C-C829-4B00-BD40-26FE87E9FC82}" dt="2025-05-08T22:14:38.884" v="12305" actId="20577"/>
        <pc:sldMkLst>
          <pc:docMk/>
          <pc:sldMk cId="920144961" sldId="272"/>
        </pc:sldMkLst>
        <pc:spChg chg="mod">
          <ac:chgData name="Efe Enes BAŞTUĞ" userId="5837c9a6a768f560" providerId="LiveId" clId="{5C1BDA0C-C829-4B00-BD40-26FE87E9FC82}" dt="2025-05-08T22:14:38.884" v="12305" actId="20577"/>
          <ac:spMkLst>
            <pc:docMk/>
            <pc:sldMk cId="920144961" sldId="272"/>
            <ac:spMk id="3" creationId="{7B2A0F9B-F015-E278-0B0A-509BF325CF81}"/>
          </ac:spMkLst>
        </pc:spChg>
      </pc:sldChg>
      <pc:sldChg chg="delSp modSp new mod ord">
        <pc:chgData name="Efe Enes BAŞTUĞ" userId="5837c9a6a768f560" providerId="LiveId" clId="{5C1BDA0C-C829-4B00-BD40-26FE87E9FC82}" dt="2025-05-08T12:44:49.051" v="12147" actId="20577"/>
        <pc:sldMkLst>
          <pc:docMk/>
          <pc:sldMk cId="1838102916" sldId="273"/>
        </pc:sldMkLst>
        <pc:spChg chg="mod">
          <ac:chgData name="Efe Enes BAŞTUĞ" userId="5837c9a6a768f560" providerId="LiveId" clId="{5C1BDA0C-C829-4B00-BD40-26FE87E9FC82}" dt="2025-05-08T12:44:49.051" v="12147" actId="20577"/>
          <ac:spMkLst>
            <pc:docMk/>
            <pc:sldMk cId="1838102916" sldId="273"/>
            <ac:spMk id="3" creationId="{9A40FB8B-14AA-1835-4C93-07B93831B68A}"/>
          </ac:spMkLst>
        </pc:spChg>
      </pc:sldChg>
      <pc:sldChg chg="addSp delSp modSp new mod">
        <pc:chgData name="Efe Enes BAŞTUĞ" userId="5837c9a6a768f560" providerId="LiveId" clId="{5C1BDA0C-C829-4B00-BD40-26FE87E9FC82}" dt="2025-05-08T22:38:13.162" v="12650" actId="20577"/>
        <pc:sldMkLst>
          <pc:docMk/>
          <pc:sldMk cId="68981732" sldId="274"/>
        </pc:sldMkLst>
        <pc:spChg chg="mod">
          <ac:chgData name="Efe Enes BAŞTUĞ" userId="5837c9a6a768f560" providerId="LiveId" clId="{5C1BDA0C-C829-4B00-BD40-26FE87E9FC82}" dt="2025-05-08T22:33:46.596" v="12355" actId="1076"/>
          <ac:spMkLst>
            <pc:docMk/>
            <pc:sldMk cId="68981732" sldId="274"/>
            <ac:spMk id="3" creationId="{17C3D9A1-9016-0B0C-BEC4-44D1282FA672}"/>
          </ac:spMkLst>
        </pc:spChg>
        <pc:spChg chg="add mod">
          <ac:chgData name="Efe Enes BAŞTUĞ" userId="5837c9a6a768f560" providerId="LiveId" clId="{5C1BDA0C-C829-4B00-BD40-26FE87E9FC82}" dt="2025-05-08T22:38:13.162" v="12650" actId="20577"/>
          <ac:spMkLst>
            <pc:docMk/>
            <pc:sldMk cId="68981732" sldId="274"/>
            <ac:spMk id="4" creationId="{CDD040AB-D46F-5784-8DA1-323425CD3FEC}"/>
          </ac:spMkLst>
        </pc:spChg>
      </pc:sldChg>
      <pc:sldMasterChg chg="addSp modSp mod modSldLayout">
        <pc:chgData name="Efe Enes BAŞTUĞ" userId="5837c9a6a768f560" providerId="LiveId" clId="{5C1BDA0C-C829-4B00-BD40-26FE87E9FC82}" dt="2025-04-30T14:18:23.936" v="86" actId="1076"/>
        <pc:sldMasterMkLst>
          <pc:docMk/>
          <pc:sldMasterMk cId="4238196195" sldId="2147483648"/>
        </pc:sldMasterMkLst>
        <pc:sldLayoutChg chg="addSp delSp modSp mod">
          <pc:chgData name="Efe Enes BAŞTUĞ" userId="5837c9a6a768f560" providerId="LiveId" clId="{5C1BDA0C-C829-4B00-BD40-26FE87E9FC82}" dt="2025-04-30T14:18:10.162" v="79" actId="478"/>
          <pc:sldLayoutMkLst>
            <pc:docMk/>
            <pc:sldMasterMk cId="4238196195" sldId="2147483648"/>
            <pc:sldLayoutMk cId="3093708207" sldId="2147483649"/>
          </pc:sldLayoutMkLst>
        </pc:sldLayoutChg>
      </pc:sldMasterChg>
      <pc:sldMasterChg chg="addSp">
        <pc:chgData name="Efe Enes BAŞTUĞ" userId="5837c9a6a768f560" providerId="LiveId" clId="{5C1BDA0C-C829-4B00-BD40-26FE87E9FC82}" dt="2025-04-30T14:21:34.093" v="90"/>
        <pc:sldMasterMkLst>
          <pc:docMk/>
          <pc:sldMasterMk cId="995753074" sldId="2147483660"/>
        </pc:sldMasterMkLst>
      </pc:sldMasterChg>
      <pc:sldMasterChg chg="new del mod addSldLayout">
        <pc:chgData name="Efe Enes BAŞTUĞ" userId="5837c9a6a768f560" providerId="LiveId" clId="{5C1BDA0C-C829-4B00-BD40-26FE87E9FC82}" dt="2025-04-30T14:19:26.819" v="88" actId="2696"/>
        <pc:sldMasterMkLst>
          <pc:docMk/>
          <pc:sldMasterMk cId="3469615135" sldId="2147483660"/>
        </pc:sldMasterMkLst>
        <pc:sldLayoutChg chg="new replId">
          <pc:chgData name="Efe Enes BAŞTUĞ" userId="5837c9a6a768f560" providerId="LiveId" clId="{5C1BDA0C-C829-4B00-BD40-26FE87E9FC82}" dt="2025-04-30T14:19:10.771" v="87" actId="6938"/>
          <pc:sldLayoutMkLst>
            <pc:docMk/>
            <pc:sldMasterMk cId="3469615135" sldId="2147483660"/>
            <pc:sldLayoutMk cId="2913188315" sldId="2147483661"/>
          </pc:sldLayoutMkLst>
        </pc:sldLayoutChg>
        <pc:sldLayoutChg chg="new replId">
          <pc:chgData name="Efe Enes BAŞTUĞ" userId="5837c9a6a768f560" providerId="LiveId" clId="{5C1BDA0C-C829-4B00-BD40-26FE87E9FC82}" dt="2025-04-30T14:19:10.771" v="87" actId="6938"/>
          <pc:sldLayoutMkLst>
            <pc:docMk/>
            <pc:sldMasterMk cId="3469615135" sldId="2147483660"/>
            <pc:sldLayoutMk cId="268942480" sldId="2147483662"/>
          </pc:sldLayoutMkLst>
        </pc:sldLayoutChg>
        <pc:sldLayoutChg chg="new replId">
          <pc:chgData name="Efe Enes BAŞTUĞ" userId="5837c9a6a768f560" providerId="LiveId" clId="{5C1BDA0C-C829-4B00-BD40-26FE87E9FC82}" dt="2025-04-30T14:19:10.771" v="87" actId="6938"/>
          <pc:sldLayoutMkLst>
            <pc:docMk/>
            <pc:sldMasterMk cId="3469615135" sldId="2147483660"/>
            <pc:sldLayoutMk cId="1593156214" sldId="2147483663"/>
          </pc:sldLayoutMkLst>
        </pc:sldLayoutChg>
        <pc:sldLayoutChg chg="new replId">
          <pc:chgData name="Efe Enes BAŞTUĞ" userId="5837c9a6a768f560" providerId="LiveId" clId="{5C1BDA0C-C829-4B00-BD40-26FE87E9FC82}" dt="2025-04-30T14:19:10.771" v="87" actId="6938"/>
          <pc:sldLayoutMkLst>
            <pc:docMk/>
            <pc:sldMasterMk cId="3469615135" sldId="2147483660"/>
            <pc:sldLayoutMk cId="595137642" sldId="2147483664"/>
          </pc:sldLayoutMkLst>
        </pc:sldLayoutChg>
        <pc:sldLayoutChg chg="new replId">
          <pc:chgData name="Efe Enes BAŞTUĞ" userId="5837c9a6a768f560" providerId="LiveId" clId="{5C1BDA0C-C829-4B00-BD40-26FE87E9FC82}" dt="2025-04-30T14:19:10.771" v="87" actId="6938"/>
          <pc:sldLayoutMkLst>
            <pc:docMk/>
            <pc:sldMasterMk cId="3469615135" sldId="2147483660"/>
            <pc:sldLayoutMk cId="377598556" sldId="2147483665"/>
          </pc:sldLayoutMkLst>
        </pc:sldLayoutChg>
        <pc:sldLayoutChg chg="new replId">
          <pc:chgData name="Efe Enes BAŞTUĞ" userId="5837c9a6a768f560" providerId="LiveId" clId="{5C1BDA0C-C829-4B00-BD40-26FE87E9FC82}" dt="2025-04-30T14:19:10.771" v="87" actId="6938"/>
          <pc:sldLayoutMkLst>
            <pc:docMk/>
            <pc:sldMasterMk cId="3469615135" sldId="2147483660"/>
            <pc:sldLayoutMk cId="748685011" sldId="2147483666"/>
          </pc:sldLayoutMkLst>
        </pc:sldLayoutChg>
        <pc:sldLayoutChg chg="new replId">
          <pc:chgData name="Efe Enes BAŞTUĞ" userId="5837c9a6a768f560" providerId="LiveId" clId="{5C1BDA0C-C829-4B00-BD40-26FE87E9FC82}" dt="2025-04-30T14:19:10.771" v="87" actId="6938"/>
          <pc:sldLayoutMkLst>
            <pc:docMk/>
            <pc:sldMasterMk cId="3469615135" sldId="2147483660"/>
            <pc:sldLayoutMk cId="1547987678" sldId="2147483667"/>
          </pc:sldLayoutMkLst>
        </pc:sldLayoutChg>
        <pc:sldLayoutChg chg="new replId">
          <pc:chgData name="Efe Enes BAŞTUĞ" userId="5837c9a6a768f560" providerId="LiveId" clId="{5C1BDA0C-C829-4B00-BD40-26FE87E9FC82}" dt="2025-04-30T14:19:10.771" v="87" actId="6938"/>
          <pc:sldLayoutMkLst>
            <pc:docMk/>
            <pc:sldMasterMk cId="3469615135" sldId="2147483660"/>
            <pc:sldLayoutMk cId="1110997181" sldId="2147483668"/>
          </pc:sldLayoutMkLst>
        </pc:sldLayoutChg>
        <pc:sldLayoutChg chg="new replId">
          <pc:chgData name="Efe Enes BAŞTUĞ" userId="5837c9a6a768f560" providerId="LiveId" clId="{5C1BDA0C-C829-4B00-BD40-26FE87E9FC82}" dt="2025-04-30T14:19:10.771" v="87" actId="6938"/>
          <pc:sldLayoutMkLst>
            <pc:docMk/>
            <pc:sldMasterMk cId="3469615135" sldId="2147483660"/>
            <pc:sldLayoutMk cId="2130683966" sldId="2147483669"/>
          </pc:sldLayoutMkLst>
        </pc:sldLayoutChg>
        <pc:sldLayoutChg chg="new replId">
          <pc:chgData name="Efe Enes BAŞTUĞ" userId="5837c9a6a768f560" providerId="LiveId" clId="{5C1BDA0C-C829-4B00-BD40-26FE87E9FC82}" dt="2025-04-30T14:19:10.771" v="87" actId="6938"/>
          <pc:sldLayoutMkLst>
            <pc:docMk/>
            <pc:sldMasterMk cId="3469615135" sldId="2147483660"/>
            <pc:sldLayoutMk cId="629883107" sldId="2147483670"/>
          </pc:sldLayoutMkLst>
        </pc:sldLayoutChg>
        <pc:sldLayoutChg chg="new replId">
          <pc:chgData name="Efe Enes BAŞTUĞ" userId="5837c9a6a768f560" providerId="LiveId" clId="{5C1BDA0C-C829-4B00-BD40-26FE87E9FC82}" dt="2025-04-30T14:19:10.771" v="87" actId="6938"/>
          <pc:sldLayoutMkLst>
            <pc:docMk/>
            <pc:sldMasterMk cId="3469615135" sldId="2147483660"/>
            <pc:sldLayoutMk cId="2188623600" sldId="2147483671"/>
          </pc:sldLayoutMkLst>
        </pc:sldLayoutChg>
      </pc:sldMasterChg>
      <pc:sldMasterChg chg="addSp">
        <pc:chgData name="Efe Enes BAŞTUĞ" userId="5837c9a6a768f560" providerId="LiveId" clId="{5C1BDA0C-C829-4B00-BD40-26FE87E9FC82}" dt="2025-04-30T14:21:36.027" v="91"/>
        <pc:sldMasterMkLst>
          <pc:docMk/>
          <pc:sldMasterMk cId="275898567" sldId="2147483678"/>
        </pc:sldMasterMkLst>
      </pc:sldMasterChg>
      <pc:sldMasterChg chg="addSp">
        <pc:chgData name="Efe Enes BAŞTUĞ" userId="5837c9a6a768f560" providerId="LiveId" clId="{5C1BDA0C-C829-4B00-BD40-26FE87E9FC82}" dt="2025-04-30T14:21:37.095" v="92"/>
        <pc:sldMasterMkLst>
          <pc:docMk/>
          <pc:sldMasterMk cId="2635001034" sldId="2147483695"/>
        </pc:sldMasterMkLst>
      </pc:sldMasterChg>
      <pc:sldMasterChg chg="addSp">
        <pc:chgData name="Efe Enes BAŞTUĞ" userId="5837c9a6a768f560" providerId="LiveId" clId="{5C1BDA0C-C829-4B00-BD40-26FE87E9FC82}" dt="2025-04-30T14:21:38.141" v="93"/>
        <pc:sldMasterMkLst>
          <pc:docMk/>
          <pc:sldMasterMk cId="1465284977" sldId="2147483707"/>
        </pc:sldMasterMkLst>
      </pc:sldMasterChg>
      <pc:sldMasterChg chg="addSp">
        <pc:chgData name="Efe Enes BAŞTUĞ" userId="5837c9a6a768f560" providerId="LiveId" clId="{5C1BDA0C-C829-4B00-BD40-26FE87E9FC82}" dt="2025-04-30T14:21:40.947" v="94"/>
        <pc:sldMasterMkLst>
          <pc:docMk/>
          <pc:sldMasterMk cId="3605110703" sldId="2147483725"/>
        </pc:sldMasterMkLst>
      </pc:sldMasterChg>
      <pc:sldMasterChg chg="addSp">
        <pc:chgData name="Efe Enes BAŞTUĞ" userId="5837c9a6a768f560" providerId="LiveId" clId="{5C1BDA0C-C829-4B00-BD40-26FE87E9FC82}" dt="2025-04-30T14:21:43.411" v="95"/>
        <pc:sldMasterMkLst>
          <pc:docMk/>
          <pc:sldMasterMk cId="309012100" sldId="2147483743"/>
        </pc:sldMasterMkLst>
      </pc:sldMasterChg>
      <pc:sldMasterChg chg="addSp">
        <pc:chgData name="Efe Enes BAŞTUĞ" userId="5837c9a6a768f560" providerId="LiveId" clId="{5C1BDA0C-C829-4B00-BD40-26FE87E9FC82}" dt="2025-04-30T14:21:44.311" v="96"/>
        <pc:sldMasterMkLst>
          <pc:docMk/>
          <pc:sldMasterMk cId="1814757614" sldId="2147483755"/>
        </pc:sldMasterMkLst>
      </pc:sldMasterChg>
      <pc:sldMasterChg chg="addSp">
        <pc:chgData name="Efe Enes BAŞTUĞ" userId="5837c9a6a768f560" providerId="LiveId" clId="{5C1BDA0C-C829-4B00-BD40-26FE87E9FC82}" dt="2025-04-30T14:21:45.424" v="97"/>
        <pc:sldMasterMkLst>
          <pc:docMk/>
          <pc:sldMasterMk cId="3936795343" sldId="2147483773"/>
        </pc:sldMasterMkLst>
      </pc:sldMasterChg>
      <pc:sldMasterChg chg="addSp">
        <pc:chgData name="Efe Enes BAŞTUĞ" userId="5837c9a6a768f560" providerId="LiveId" clId="{5C1BDA0C-C829-4B00-BD40-26FE87E9FC82}" dt="2025-04-30T14:21:46.794" v="98"/>
        <pc:sldMasterMkLst>
          <pc:docMk/>
          <pc:sldMasterMk cId="3867579520" sldId="2147483790"/>
        </pc:sldMasterMkLst>
      </pc:sldMasterChg>
      <pc:sldMasterChg chg="addSp">
        <pc:chgData name="Efe Enes BAŞTUĞ" userId="5837c9a6a768f560" providerId="LiveId" clId="{5C1BDA0C-C829-4B00-BD40-26FE87E9FC82}" dt="2025-04-30T14:21:57.063" v="99"/>
        <pc:sldMasterMkLst>
          <pc:docMk/>
          <pc:sldMasterMk cId="20556881" sldId="2147483807"/>
        </pc:sldMasterMkLst>
      </pc:sldMasterChg>
      <pc:sldMasterChg chg="addSp">
        <pc:chgData name="Efe Enes BAŞTUĞ" userId="5837c9a6a768f560" providerId="LiveId" clId="{5C1BDA0C-C829-4B00-BD40-26FE87E9FC82}" dt="2025-04-30T14:22:05.342" v="100"/>
        <pc:sldMasterMkLst>
          <pc:docMk/>
          <pc:sldMasterMk cId="163343733" sldId="2147483825"/>
        </pc:sldMasterMkLst>
      </pc:sldMasterChg>
      <pc:sldMasterChg chg="addSp">
        <pc:chgData name="Efe Enes BAŞTUĞ" userId="5837c9a6a768f560" providerId="LiveId" clId="{5C1BDA0C-C829-4B00-BD40-26FE87E9FC82}" dt="2025-04-30T14:22:06.574" v="101"/>
        <pc:sldMasterMkLst>
          <pc:docMk/>
          <pc:sldMasterMk cId="3581538023" sldId="2147483843"/>
        </pc:sldMasterMkLst>
      </pc:sldMasterChg>
      <pc:sldMasterChg chg="addSp modSldLayout">
        <pc:chgData name="Efe Enes BAŞTUĞ" userId="5837c9a6a768f560" providerId="LiveId" clId="{5C1BDA0C-C829-4B00-BD40-26FE87E9FC82}" dt="2025-04-30T14:57:54.718" v="209" actId="20577"/>
        <pc:sldMasterMkLst>
          <pc:docMk/>
          <pc:sldMasterMk cId="1794007003" sldId="2147483855"/>
        </pc:sldMasterMkLst>
        <pc:sldLayoutChg chg="modSp mod">
          <pc:chgData name="Efe Enes BAŞTUĞ" userId="5837c9a6a768f560" providerId="LiveId" clId="{5C1BDA0C-C829-4B00-BD40-26FE87E9FC82}" dt="2025-04-30T14:57:54.718" v="209" actId="20577"/>
          <pc:sldLayoutMkLst>
            <pc:docMk/>
            <pc:sldMasterMk cId="1794007003" sldId="2147483855"/>
            <pc:sldLayoutMk cId="1129662775" sldId="2147483856"/>
          </pc:sldLayoutMkLst>
        </pc:sldLayoutChg>
      </pc:sldMasterChg>
      <pc:sldMasterChg chg="addSp">
        <pc:chgData name="Efe Enes BAŞTUĞ" userId="5837c9a6a768f560" providerId="LiveId" clId="{5C1BDA0C-C829-4B00-BD40-26FE87E9FC82}" dt="2025-04-30T14:58:22.531" v="229"/>
        <pc:sldMasterMkLst>
          <pc:docMk/>
          <pc:sldMasterMk cId="4040828567" sldId="2147483867"/>
        </pc:sldMasterMkLst>
      </pc:sldMasterChg>
      <pc:sldMasterChg chg="addSp">
        <pc:chgData name="Efe Enes BAŞTUĞ" userId="5837c9a6a768f560" providerId="LiveId" clId="{5C1BDA0C-C829-4B00-BD40-26FE87E9FC82}" dt="2025-04-30T14:58:40.294" v="230"/>
        <pc:sldMasterMkLst>
          <pc:docMk/>
          <pc:sldMasterMk cId="3015022369" sldId="2147483885"/>
        </pc:sldMasterMkLst>
      </pc:sldMasterChg>
      <pc:sldMasterChg chg="addSp">
        <pc:chgData name="Efe Enes BAŞTUĞ" userId="5837c9a6a768f560" providerId="LiveId" clId="{5C1BDA0C-C829-4B00-BD40-26FE87E9FC82}" dt="2025-04-30T14:58:48.189" v="231"/>
        <pc:sldMasterMkLst>
          <pc:docMk/>
          <pc:sldMasterMk cId="1443076733" sldId="2147483897"/>
        </pc:sldMasterMkLst>
      </pc:sldMasterChg>
      <pc:sldMasterChg chg="addSp">
        <pc:chgData name="Efe Enes BAŞTUĞ" userId="5837c9a6a768f560" providerId="LiveId" clId="{5C1BDA0C-C829-4B00-BD40-26FE87E9FC82}" dt="2025-04-30T14:59:12.422" v="232"/>
        <pc:sldMasterMkLst>
          <pc:docMk/>
          <pc:sldMasterMk cId="2530611534" sldId="2147483909"/>
        </pc:sldMasterMkLst>
      </pc:sldMasterChg>
      <pc:sldMasterChg chg="addSp">
        <pc:chgData name="Efe Enes BAŞTUĞ" userId="5837c9a6a768f560" providerId="LiveId" clId="{5C1BDA0C-C829-4B00-BD40-26FE87E9FC82}" dt="2025-04-30T14:59:31.204" v="233"/>
        <pc:sldMasterMkLst>
          <pc:docMk/>
          <pc:sldMasterMk cId="1325060927" sldId="2147483927"/>
        </pc:sldMasterMkLst>
      </pc:sldMasterChg>
      <pc:sldMasterChg chg="addSp">
        <pc:chgData name="Efe Enes BAŞTUĞ" userId="5837c9a6a768f560" providerId="LiveId" clId="{5C1BDA0C-C829-4B00-BD40-26FE87E9FC82}" dt="2025-04-30T15:00:36.545" v="234"/>
        <pc:sldMasterMkLst>
          <pc:docMk/>
          <pc:sldMasterMk cId="2455345133" sldId="2147483939"/>
        </pc:sldMasterMkLst>
      </pc:sldMasterChg>
      <pc:sldMasterChg chg="addSp">
        <pc:chgData name="Efe Enes BAŞTUĞ" userId="5837c9a6a768f560" providerId="LiveId" clId="{5C1BDA0C-C829-4B00-BD40-26FE87E9FC82}" dt="2025-04-30T15:00:45.462" v="235"/>
        <pc:sldMasterMkLst>
          <pc:docMk/>
          <pc:sldMasterMk cId="3293714238" sldId="2147483957"/>
        </pc:sldMasterMkLst>
      </pc:sldMasterChg>
      <pc:sldMasterChg chg="addSp">
        <pc:chgData name="Efe Enes BAŞTUĞ" userId="5837c9a6a768f560" providerId="LiveId" clId="{5C1BDA0C-C829-4B00-BD40-26FE87E9FC82}" dt="2025-04-30T15:00:51.598" v="236"/>
        <pc:sldMasterMkLst>
          <pc:docMk/>
          <pc:sldMasterMk cId="3638780737" sldId="2147483969"/>
        </pc:sldMasterMkLst>
      </pc:sldMasterChg>
      <pc:sldMasterChg chg="addSp">
        <pc:chgData name="Efe Enes BAŞTUĞ" userId="5837c9a6a768f560" providerId="LiveId" clId="{5C1BDA0C-C829-4B00-BD40-26FE87E9FC82}" dt="2025-04-30T15:00:57.103" v="237"/>
        <pc:sldMasterMkLst>
          <pc:docMk/>
          <pc:sldMasterMk cId="156502731" sldId="2147483981"/>
        </pc:sldMasterMkLst>
      </pc:sldMasterChg>
      <pc:sldMasterChg chg="addSp">
        <pc:chgData name="Efe Enes BAŞTUĞ" userId="5837c9a6a768f560" providerId="LiveId" clId="{5C1BDA0C-C829-4B00-BD40-26FE87E9FC82}" dt="2025-04-30T15:00:58.495" v="238"/>
        <pc:sldMasterMkLst>
          <pc:docMk/>
          <pc:sldMasterMk cId="3620960064" sldId="2147483993"/>
        </pc:sldMasterMkLst>
      </pc:sldMasterChg>
      <pc:sldMasterChg chg="addSp">
        <pc:chgData name="Efe Enes BAŞTUĞ" userId="5837c9a6a768f560" providerId="LiveId" clId="{5C1BDA0C-C829-4B00-BD40-26FE87E9FC82}" dt="2025-04-30T15:01:01.687" v="239"/>
        <pc:sldMasterMkLst>
          <pc:docMk/>
          <pc:sldMasterMk cId="3370653140" sldId="2147484010"/>
        </pc:sldMasterMkLst>
      </pc:sldMasterChg>
      <pc:sldMasterChg chg="addSp">
        <pc:chgData name="Efe Enes BAŞTUĞ" userId="5837c9a6a768f560" providerId="LiveId" clId="{5C1BDA0C-C829-4B00-BD40-26FE87E9FC82}" dt="2025-04-30T15:01:07.064" v="240"/>
        <pc:sldMasterMkLst>
          <pc:docMk/>
          <pc:sldMasterMk cId="3272618308" sldId="2147484028"/>
        </pc:sldMasterMkLst>
      </pc:sldMasterChg>
      <pc:sldMasterChg chg="addSp">
        <pc:chgData name="Efe Enes BAŞTUĞ" userId="5837c9a6a768f560" providerId="LiveId" clId="{5C1BDA0C-C829-4B00-BD40-26FE87E9FC82}" dt="2025-04-30T15:01:22.781" v="241"/>
        <pc:sldMasterMkLst>
          <pc:docMk/>
          <pc:sldMasterMk cId="543164085" sldId="2147484046"/>
        </pc:sldMasterMkLst>
      </pc:sldMasterChg>
      <pc:sldMasterChg chg="addSp">
        <pc:chgData name="Efe Enes BAŞTUĞ" userId="5837c9a6a768f560" providerId="LiveId" clId="{5C1BDA0C-C829-4B00-BD40-26FE87E9FC82}" dt="2025-04-30T15:01:25.018" v="242"/>
        <pc:sldMasterMkLst>
          <pc:docMk/>
          <pc:sldMasterMk cId="3730961477" sldId="2147484064"/>
        </pc:sldMasterMkLst>
      </pc:sldMasterChg>
      <pc:sldMasterChg chg="addSp">
        <pc:chgData name="Efe Enes BAŞTUĞ" userId="5837c9a6a768f560" providerId="LiveId" clId="{5C1BDA0C-C829-4B00-BD40-26FE87E9FC82}" dt="2025-04-30T15:01:26.138" v="243"/>
        <pc:sldMasterMkLst>
          <pc:docMk/>
          <pc:sldMasterMk cId="1374542613" sldId="2147484082"/>
        </pc:sldMasterMkLst>
        <pc:picChg chg="add">
          <ac:chgData name="Efe Enes BAŞTUĞ" userId="5837c9a6a768f560" providerId="LiveId" clId="{5C1BDA0C-C829-4B00-BD40-26FE87E9FC82}" dt="2025-04-30T15:01:26.138" v="243"/>
          <ac:picMkLst>
            <pc:docMk/>
            <pc:sldMasterMk cId="1374542613" sldId="2147484082"/>
            <ac:picMk id="13" creationId="{3B3E1A59-332A-4CCC-0D6E-BF7FC73055E3}"/>
          </ac:picMkLst>
        </pc:picChg>
      </pc:sldMasterChg>
    </pc:docChg>
  </pc:docChgLst>
  <pc:docChgLst>
    <pc:chgData name="Efe Enes BAŞTUĞ" userId="5837c9a6a768f560" providerId="LiveId" clId="{06B1298D-1423-47A8-AAFB-06ECDC50AD7C}"/>
    <pc:docChg chg="delSld">
      <pc:chgData name="Efe Enes BAŞTUĞ" userId="5837c9a6a768f560" providerId="LiveId" clId="{06B1298D-1423-47A8-AAFB-06ECDC50AD7C}" dt="2025-06-14T15:52:13.689" v="1" actId="2696"/>
      <pc:docMkLst>
        <pc:docMk/>
      </pc:docMkLst>
      <pc:sldChg chg="del">
        <pc:chgData name="Efe Enes BAŞTUĞ" userId="5837c9a6a768f560" providerId="LiveId" clId="{06B1298D-1423-47A8-AAFB-06ECDC50AD7C}" dt="2025-06-14T15:52:13.689" v="1" actId="2696"/>
        <pc:sldMkLst>
          <pc:docMk/>
          <pc:sldMk cId="304396612" sldId="260"/>
        </pc:sldMkLst>
      </pc:sldChg>
      <pc:sldChg chg="del">
        <pc:chgData name="Efe Enes BAŞTUĞ" userId="5837c9a6a768f560" providerId="LiveId" clId="{06B1298D-1423-47A8-AAFB-06ECDC50AD7C}" dt="2025-06-14T15:51:53.457" v="0" actId="2696"/>
        <pc:sldMkLst>
          <pc:docMk/>
          <pc:sldMk cId="3154506972" sldId="265"/>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 Bilgi Yer Tutucusu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Veri Yer Tutucusu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F4EDEC-1A67-4E66-A7FB-D33E1A71A893}" type="datetimeFigureOut">
              <a:rPr lang="en-US" smtClean="0"/>
              <a:t>6/14/2025</a:t>
            </a:fld>
            <a:endParaRPr lang="en-US"/>
          </a:p>
        </p:txBody>
      </p:sp>
      <p:sp>
        <p:nvSpPr>
          <p:cNvPr id="4" name="Slayt Resmi Yer Tutucusu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 Yer Tutucusu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a:p>
        </p:txBody>
      </p:sp>
      <p:sp>
        <p:nvSpPr>
          <p:cNvPr id="6" name="Alt Bilgi Yer Tutucusu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ayt Numarası Yer Tutucusu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5F91F16-F659-4CCC-B94E-580B94DBDB97}" type="slidenum">
              <a:rPr lang="en-US" smtClean="0"/>
              <a:t>‹#›</a:t>
            </a:fld>
            <a:endParaRPr lang="en-US"/>
          </a:p>
        </p:txBody>
      </p:sp>
    </p:spTree>
    <p:extLst>
      <p:ext uri="{BB962C8B-B14F-4D97-AF65-F5344CB8AC3E}">
        <p14:creationId xmlns:p14="http://schemas.microsoft.com/office/powerpoint/2010/main" val="211537682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en-US" dirty="0"/>
          </a:p>
        </p:txBody>
      </p:sp>
      <p:sp>
        <p:nvSpPr>
          <p:cNvPr id="4" name="Slayt Numarası Yer Tutucusu 3"/>
          <p:cNvSpPr>
            <a:spLocks noGrp="1"/>
          </p:cNvSpPr>
          <p:nvPr>
            <p:ph type="sldNum" sz="quarter" idx="5"/>
          </p:nvPr>
        </p:nvSpPr>
        <p:spPr/>
        <p:txBody>
          <a:bodyPr/>
          <a:lstStyle/>
          <a:p>
            <a:fld id="{B5F91F16-F659-4CCC-B94E-580B94DBDB97}" type="slidenum">
              <a:rPr lang="en-US" smtClean="0"/>
              <a:t>7</a:t>
            </a:fld>
            <a:endParaRPr lang="en-US"/>
          </a:p>
        </p:txBody>
      </p:sp>
    </p:spTree>
    <p:extLst>
      <p:ext uri="{BB962C8B-B14F-4D97-AF65-F5344CB8AC3E}">
        <p14:creationId xmlns:p14="http://schemas.microsoft.com/office/powerpoint/2010/main" val="17527607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Başlık Slaydı">
    <p:spTree>
      <p:nvGrpSpPr>
        <p:cNvPr id="1" name=""/>
        <p:cNvGrpSpPr/>
        <p:nvPr/>
      </p:nvGrpSpPr>
      <p:grpSpPr>
        <a:xfrm>
          <a:off x="0" y="0"/>
          <a:ext cx="0" cy="0"/>
          <a:chOff x="0" y="0"/>
          <a:chExt cx="0" cy="0"/>
        </a:xfrm>
      </p:grpSpPr>
      <p:sp>
        <p:nvSpPr>
          <p:cNvPr id="2" name="Title 1"/>
          <p:cNvSpPr>
            <a:spLocks noGrp="1"/>
          </p:cNvSpPr>
          <p:nvPr>
            <p:ph type="ctrTitle"/>
          </p:nvPr>
        </p:nvSpPr>
        <p:spPr>
          <a:xfrm>
            <a:off x="684212" y="685799"/>
            <a:ext cx="8001000" cy="2971801"/>
          </a:xfrm>
        </p:spPr>
        <p:txBody>
          <a:bodyPr anchor="b">
            <a:normAutofit/>
          </a:bodyPr>
          <a:lstStyle>
            <a:lvl1pPr algn="l">
              <a:defRPr sz="4800">
                <a:effectLst/>
              </a:defRPr>
            </a:lvl1pPr>
          </a:lstStyle>
          <a:p>
            <a:r>
              <a:rPr lang="tr-TR"/>
              <a:t>Asıl başlık stilini düzenlemek için tıklayın</a:t>
            </a:r>
            <a:endParaRPr lang="en-US" dirty="0"/>
          </a:p>
        </p:txBody>
      </p:sp>
      <p:sp>
        <p:nvSpPr>
          <p:cNvPr id="3" name="Subtitle 2"/>
          <p:cNvSpPr>
            <a:spLocks noGrp="1"/>
          </p:cNvSpPr>
          <p:nvPr>
            <p:ph type="subTitle" idx="1"/>
          </p:nvPr>
        </p:nvSpPr>
        <p:spPr>
          <a:xfrm>
            <a:off x="684212" y="3843867"/>
            <a:ext cx="6400800" cy="1947333"/>
          </a:xfrm>
        </p:spPr>
        <p:txBody>
          <a:bodyPr anchor="t">
            <a:normAutofit/>
          </a:bodyPr>
          <a:lstStyle>
            <a:lvl1pPr marL="0" indent="0" algn="l">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tr-TR"/>
              <a:t>Asıl alt başlık stilini düzenlemek için tıklayın</a:t>
            </a:r>
            <a:endParaRPr lang="en-US" dirty="0"/>
          </a:p>
        </p:txBody>
      </p:sp>
      <p:sp>
        <p:nvSpPr>
          <p:cNvPr id="4" name="Date Placeholder 3"/>
          <p:cNvSpPr>
            <a:spLocks noGrp="1"/>
          </p:cNvSpPr>
          <p:nvPr>
            <p:ph type="dt" sz="half" idx="10"/>
          </p:nvPr>
        </p:nvSpPr>
        <p:spPr/>
        <p:txBody>
          <a:bodyPr/>
          <a:lstStyle/>
          <a:p>
            <a:fld id="{A17DE6B0-8A8F-4FBF-B766-19001895A21E}"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3C26CF-A159-49CC-89B9-0F57441FBC46}" type="slidenum">
              <a:rPr lang="en-US" smtClean="0"/>
              <a:t>‹#›</a:t>
            </a:fld>
            <a:endParaRPr lang="en-US"/>
          </a:p>
        </p:txBody>
      </p:sp>
      <p:cxnSp>
        <p:nvCxnSpPr>
          <p:cNvPr id="16" name="Straight Connector 15"/>
          <p:cNvCxnSpPr/>
          <p:nvPr/>
        </p:nvCxnSpPr>
        <p:spPr>
          <a:xfrm flipH="1">
            <a:off x="8228012" y="8467"/>
            <a:ext cx="3810000" cy="3810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6108170" y="91545"/>
            <a:ext cx="6080655" cy="6080655"/>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7235825" y="228600"/>
            <a:ext cx="4953000" cy="49530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335837" y="32278"/>
            <a:ext cx="4852989" cy="485298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7845426" y="609601"/>
            <a:ext cx="4343399" cy="434339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11680189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Başlık ve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idx="1"/>
          </p:nvPr>
        </p:nvSpPr>
        <p:spPr/>
        <p:txBody>
          <a:bodyPr anchor="ct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17DE6B0-8A8F-4FBF-B766-19001895A21E}"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25650472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Bölüm Üst Bilgisi">
    <p:spTree>
      <p:nvGrpSpPr>
        <p:cNvPr id="1" name=""/>
        <p:cNvGrpSpPr/>
        <p:nvPr/>
      </p:nvGrpSpPr>
      <p:grpSpPr>
        <a:xfrm>
          <a:off x="0" y="0"/>
          <a:ext cx="0" cy="0"/>
          <a:chOff x="0" y="0"/>
          <a:chExt cx="0" cy="0"/>
        </a:xfrm>
      </p:grpSpPr>
      <p:sp>
        <p:nvSpPr>
          <p:cNvPr id="2" name="Title 1"/>
          <p:cNvSpPr>
            <a:spLocks noGrp="1"/>
          </p:cNvSpPr>
          <p:nvPr>
            <p:ph type="title"/>
          </p:nvPr>
        </p:nvSpPr>
        <p:spPr>
          <a:xfrm>
            <a:off x="684211" y="2006600"/>
            <a:ext cx="8534401" cy="2281600"/>
          </a:xfrm>
        </p:spPr>
        <p:txBody>
          <a:bodyPr anchor="b">
            <a:normAutofit/>
          </a:bodyPr>
          <a:lstStyle>
            <a:lvl1pPr algn="l">
              <a:defRPr sz="36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3" y="4495800"/>
            <a:ext cx="8534400" cy="14986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17DE6B0-8A8F-4FBF-B766-19001895A21E}"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319084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İki İçeri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Content Placeholder 2"/>
          <p:cNvSpPr>
            <a:spLocks noGrp="1"/>
          </p:cNvSpPr>
          <p:nvPr>
            <p:ph sz="half" idx="1"/>
          </p:nvPr>
        </p:nvSpPr>
        <p:spPr>
          <a:xfrm>
            <a:off x="684211" y="685800"/>
            <a:ext cx="4937655" cy="3615267"/>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Content Placeholder 3"/>
          <p:cNvSpPr>
            <a:spLocks noGrp="1"/>
          </p:cNvSpPr>
          <p:nvPr>
            <p:ph sz="half" idx="2"/>
          </p:nvPr>
        </p:nvSpPr>
        <p:spPr>
          <a:xfrm>
            <a:off x="5808133" y="685801"/>
            <a:ext cx="4934479" cy="3615266"/>
          </a:xfrm>
        </p:spPr>
        <p:txBody>
          <a:bodyP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Date Placeholder 4"/>
          <p:cNvSpPr>
            <a:spLocks noGrp="1"/>
          </p:cNvSpPr>
          <p:nvPr>
            <p:ph type="dt" sz="half" idx="10"/>
          </p:nvPr>
        </p:nvSpPr>
        <p:spPr/>
        <p:txBody>
          <a:bodyPr/>
          <a:lstStyle/>
          <a:p>
            <a:fld id="{A17DE6B0-8A8F-4FBF-B766-19001895A21E}"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338712110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Karşılaştırma">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tr-TR"/>
              <a:t>Asıl başlık stilini düzenlemek için tıklayın</a:t>
            </a:r>
            <a:endParaRPr lang="en-US" dirty="0"/>
          </a:p>
        </p:txBody>
      </p:sp>
      <p:sp>
        <p:nvSpPr>
          <p:cNvPr id="3" name="Text Placeholder 2"/>
          <p:cNvSpPr>
            <a:spLocks noGrp="1"/>
          </p:cNvSpPr>
          <p:nvPr>
            <p:ph type="body" idx="1"/>
          </p:nvPr>
        </p:nvSpPr>
        <p:spPr>
          <a:xfrm>
            <a:off x="972080" y="685800"/>
            <a:ext cx="4649787"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4" name="Content Placeholder 3"/>
          <p:cNvSpPr>
            <a:spLocks noGrp="1"/>
          </p:cNvSpPr>
          <p:nvPr>
            <p:ph sz="half" idx="2"/>
          </p:nvPr>
        </p:nvSpPr>
        <p:spPr>
          <a:xfrm>
            <a:off x="684211" y="1270529"/>
            <a:ext cx="4937655" cy="303053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5" name="Text Placeholder 4"/>
          <p:cNvSpPr>
            <a:spLocks noGrp="1"/>
          </p:cNvSpPr>
          <p:nvPr>
            <p:ph type="body" sz="quarter" idx="3"/>
          </p:nvPr>
        </p:nvSpPr>
        <p:spPr>
          <a:xfrm>
            <a:off x="6079066" y="685800"/>
            <a:ext cx="4665134" cy="576262"/>
          </a:xfrm>
        </p:spPr>
        <p:txBody>
          <a:bodyPr anchor="b">
            <a:noAutofit/>
          </a:bodyPr>
          <a:lstStyle>
            <a:lvl1pPr marL="0" indent="0">
              <a:buNone/>
              <a:defRPr sz="28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tr-TR"/>
              <a:t>Asıl metin stillerini düzenlemek için tıklayın</a:t>
            </a:r>
          </a:p>
        </p:txBody>
      </p:sp>
      <p:sp>
        <p:nvSpPr>
          <p:cNvPr id="6" name="Content Placeholder 5"/>
          <p:cNvSpPr>
            <a:spLocks noGrp="1"/>
          </p:cNvSpPr>
          <p:nvPr>
            <p:ph sz="quarter" idx="4"/>
          </p:nvPr>
        </p:nvSpPr>
        <p:spPr>
          <a:xfrm>
            <a:off x="5806545" y="1262062"/>
            <a:ext cx="4929188" cy="3030538"/>
          </a:xfrm>
        </p:spPr>
        <p:txBody>
          <a:bodyPr anchor="t">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7" name="Date Placeholder 6"/>
          <p:cNvSpPr>
            <a:spLocks noGrp="1"/>
          </p:cNvSpPr>
          <p:nvPr>
            <p:ph type="dt" sz="half" idx="10"/>
          </p:nvPr>
        </p:nvSpPr>
        <p:spPr/>
        <p:txBody>
          <a:bodyPr/>
          <a:lstStyle/>
          <a:p>
            <a:fld id="{A17DE6B0-8A8F-4FBF-B766-19001895A21E}" type="datetimeFigureOut">
              <a:rPr lang="en-US" smtClean="0"/>
              <a:t>6/14/2025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141843070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Yalnızca Başlık">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3" name="Date Placeholder 2"/>
          <p:cNvSpPr>
            <a:spLocks noGrp="1"/>
          </p:cNvSpPr>
          <p:nvPr>
            <p:ph type="dt" sz="half" idx="10"/>
          </p:nvPr>
        </p:nvSpPr>
        <p:spPr/>
        <p:txBody>
          <a:bodyPr/>
          <a:lstStyle/>
          <a:p>
            <a:fld id="{A17DE6B0-8A8F-4FBF-B766-19001895A21E}" type="datetimeFigureOut">
              <a:rPr lang="en-US" smtClean="0"/>
              <a:t>6/14/2025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41846187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oş">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17DE6B0-8A8F-4FBF-B766-19001895A21E}" type="datetimeFigureOut">
              <a:rPr lang="en-US" smtClean="0"/>
              <a:t>6/14/2025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3349549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Başlıklı İçerik">
    <p:spTree>
      <p:nvGrpSpPr>
        <p:cNvPr id="1" name=""/>
        <p:cNvGrpSpPr/>
        <p:nvPr/>
      </p:nvGrpSpPr>
      <p:grpSpPr>
        <a:xfrm>
          <a:off x="0" y="0"/>
          <a:ext cx="0" cy="0"/>
          <a:chOff x="0" y="0"/>
          <a:chExt cx="0" cy="0"/>
        </a:xfrm>
      </p:grpSpPr>
      <p:sp>
        <p:nvSpPr>
          <p:cNvPr id="2" name="Title 1"/>
          <p:cNvSpPr>
            <a:spLocks noGrp="1"/>
          </p:cNvSpPr>
          <p:nvPr>
            <p:ph type="title"/>
          </p:nvPr>
        </p:nvSpPr>
        <p:spPr>
          <a:xfrm>
            <a:off x="7085012" y="685800"/>
            <a:ext cx="3657600" cy="1371600"/>
          </a:xfrm>
        </p:spPr>
        <p:txBody>
          <a:bodyPr anchor="b">
            <a:normAutofit/>
          </a:bodyPr>
          <a:lstStyle>
            <a:lvl1pPr algn="l">
              <a:defRPr sz="2400" b="0"/>
            </a:lvl1pPr>
          </a:lstStyle>
          <a:p>
            <a:r>
              <a:rPr lang="tr-TR"/>
              <a:t>Asıl başlık stilini düzenlemek için tıklayın</a:t>
            </a:r>
            <a:endParaRPr lang="en-US" dirty="0"/>
          </a:p>
        </p:txBody>
      </p:sp>
      <p:sp>
        <p:nvSpPr>
          <p:cNvPr id="3" name="Content Placeholder 2"/>
          <p:cNvSpPr>
            <a:spLocks noGrp="1"/>
          </p:cNvSpPr>
          <p:nvPr>
            <p:ph idx="1"/>
          </p:nvPr>
        </p:nvSpPr>
        <p:spPr>
          <a:xfrm>
            <a:off x="684212" y="685800"/>
            <a:ext cx="5943601" cy="5308600"/>
          </a:xfrm>
        </p:spPr>
        <p:txBody>
          <a:bodyPr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Text Placeholder 3"/>
          <p:cNvSpPr>
            <a:spLocks noGrp="1"/>
          </p:cNvSpPr>
          <p:nvPr>
            <p:ph type="body" sz="half" idx="2"/>
          </p:nvPr>
        </p:nvSpPr>
        <p:spPr>
          <a:xfrm>
            <a:off x="7085012" y="2209799"/>
            <a:ext cx="3657600" cy="2091267"/>
          </a:xfrm>
        </p:spPr>
        <p:txBody>
          <a:bodyPr anchor="t">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A17DE6B0-8A8F-4FBF-B766-19001895A21E}"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13740541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Başlıklı Resim">
    <p:spTree>
      <p:nvGrpSpPr>
        <p:cNvPr id="1" name=""/>
        <p:cNvGrpSpPr/>
        <p:nvPr/>
      </p:nvGrpSpPr>
      <p:grpSpPr>
        <a:xfrm>
          <a:off x="0" y="0"/>
          <a:ext cx="0" cy="0"/>
          <a:chOff x="0" y="0"/>
          <a:chExt cx="0" cy="0"/>
        </a:xfrm>
      </p:grpSpPr>
      <p:sp>
        <p:nvSpPr>
          <p:cNvPr id="2" name="Title 1"/>
          <p:cNvSpPr>
            <a:spLocks noGrp="1"/>
          </p:cNvSpPr>
          <p:nvPr>
            <p:ph type="title"/>
          </p:nvPr>
        </p:nvSpPr>
        <p:spPr>
          <a:xfrm>
            <a:off x="4722812" y="1447800"/>
            <a:ext cx="6019800" cy="1143000"/>
          </a:xfrm>
        </p:spPr>
        <p:txBody>
          <a:bodyPr anchor="b">
            <a:normAutofit/>
          </a:bodyPr>
          <a:lstStyle>
            <a:lvl1pPr algn="l">
              <a:defRPr sz="2800" b="0"/>
            </a:lvl1pPr>
          </a:lstStyle>
          <a:p>
            <a:r>
              <a:rPr lang="tr-TR"/>
              <a:t>Asıl başlık stilini düzenlemek için tıklayın</a:t>
            </a:r>
            <a:endParaRPr lang="en-US" dirty="0"/>
          </a:p>
        </p:txBody>
      </p:sp>
      <p:sp>
        <p:nvSpPr>
          <p:cNvPr id="14" name="Picture Placeholder 2"/>
          <p:cNvSpPr>
            <a:spLocks noGrp="1" noChangeAspect="1"/>
          </p:cNvSpPr>
          <p:nvPr>
            <p:ph type="pic" idx="1"/>
          </p:nvPr>
        </p:nvSpPr>
        <p:spPr>
          <a:xfrm>
            <a:off x="989012" y="914400"/>
            <a:ext cx="3280974" cy="4572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4" name="Text Placeholder 3"/>
          <p:cNvSpPr>
            <a:spLocks noGrp="1"/>
          </p:cNvSpPr>
          <p:nvPr>
            <p:ph type="body" sz="half" idx="2"/>
          </p:nvPr>
        </p:nvSpPr>
        <p:spPr>
          <a:xfrm>
            <a:off x="4722812" y="2777066"/>
            <a:ext cx="6021388" cy="2048933"/>
          </a:xfrm>
        </p:spPr>
        <p:txBody>
          <a:bodyPr anchor="t">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tr-TR"/>
              <a:t>Asıl metin stillerini düzenlemek için tıklayın</a:t>
            </a:r>
          </a:p>
        </p:txBody>
      </p:sp>
      <p:sp>
        <p:nvSpPr>
          <p:cNvPr id="5" name="Date Placeholder 4"/>
          <p:cNvSpPr>
            <a:spLocks noGrp="1"/>
          </p:cNvSpPr>
          <p:nvPr>
            <p:ph type="dt" sz="half" idx="10"/>
          </p:nvPr>
        </p:nvSpPr>
        <p:spPr/>
        <p:txBody>
          <a:bodyPr/>
          <a:lstStyle/>
          <a:p>
            <a:fld id="{A17DE6B0-8A8F-4FBF-B766-19001895A21E}" type="datetimeFigureOut">
              <a:rPr lang="en-US" smtClean="0"/>
              <a:t>6/14/2025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286719981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Yazılı Panoramik Resim">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tr-TR"/>
              <a:t>Asıl başlık stilini düzenlemek için tıklayın</a:t>
            </a:r>
            <a:endParaRPr lang="en-US" dirty="0"/>
          </a:p>
        </p:txBody>
      </p:sp>
      <p:sp>
        <p:nvSpPr>
          <p:cNvPr id="17" name="Picture Placeholder 2"/>
          <p:cNvSpPr>
            <a:spLocks noGrp="1" noChangeAspect="1"/>
          </p:cNvSpPr>
          <p:nvPr>
            <p:ph type="pic" idx="13"/>
          </p:nvPr>
        </p:nvSpPr>
        <p:spPr>
          <a:xfrm>
            <a:off x="685800" y="533400"/>
            <a:ext cx="10818812" cy="31242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tr-TR"/>
              <a:t>Resim eklemek için simgeye tıklayın</a:t>
            </a:r>
            <a:endParaRPr lang="en-US" dirty="0"/>
          </a:p>
        </p:txBody>
      </p:sp>
      <p:sp>
        <p:nvSpPr>
          <p:cNvPr id="16" name="Text Placeholder 9"/>
          <p:cNvSpPr>
            <a:spLocks noGrp="1"/>
          </p:cNvSpPr>
          <p:nvPr>
            <p:ph type="body" sz="quarter" idx="14"/>
          </p:nvPr>
        </p:nvSpPr>
        <p:spPr>
          <a:xfrm>
            <a:off x="914402" y="3843867"/>
            <a:ext cx="8304210" cy="457200"/>
          </a:xfrm>
        </p:spPr>
        <p:txBody>
          <a:bodyPr anchor="t">
            <a:normAutofit/>
          </a:bodyPr>
          <a:lstStyle>
            <a:lvl1pPr marL="0" indent="0">
              <a:buFontTx/>
              <a:buNone/>
              <a:defRPr sz="16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Date Placeholder 2"/>
          <p:cNvSpPr>
            <a:spLocks noGrp="1"/>
          </p:cNvSpPr>
          <p:nvPr>
            <p:ph type="dt" sz="half" idx="10"/>
          </p:nvPr>
        </p:nvSpPr>
        <p:spPr/>
        <p:txBody>
          <a:bodyPr/>
          <a:lstStyle/>
          <a:p>
            <a:fld id="{A17DE6B0-8A8F-4FBF-B766-19001895A21E}" type="datetimeFigureOut">
              <a:rPr lang="en-US" smtClean="0"/>
              <a:t>6/14/2025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3306278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aşlık ve Resim Yazısı">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anchor="ctr">
            <a:normAutofit/>
          </a:bodyPr>
          <a:lstStyle>
            <a:lvl1pPr algn="l">
              <a:defRPr sz="32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2" y="4114800"/>
            <a:ext cx="8535988" cy="1879600"/>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17DE6B0-8A8F-4FBF-B766-19001895A21E}"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203632502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Resim Yazılı Alıntı">
    <p:spTree>
      <p:nvGrpSpPr>
        <p:cNvPr id="1" name=""/>
        <p:cNvGrpSpPr/>
        <p:nvPr/>
      </p:nvGrpSpPr>
      <p:grpSpPr>
        <a:xfrm>
          <a:off x="0" y="0"/>
          <a:ext cx="0" cy="0"/>
          <a:chOff x="0" y="0"/>
          <a:chExt cx="0" cy="0"/>
        </a:xfrm>
      </p:grpSpPr>
      <p:sp>
        <p:nvSpPr>
          <p:cNvPr id="2" name="Title 1"/>
          <p:cNvSpPr>
            <a:spLocks noGrp="1"/>
          </p:cNvSpPr>
          <p:nvPr>
            <p:ph type="title"/>
          </p:nvPr>
        </p:nvSpPr>
        <p:spPr>
          <a:xfrm>
            <a:off x="1141411" y="685800"/>
            <a:ext cx="9144001" cy="2743200"/>
          </a:xfrm>
        </p:spPr>
        <p:txBody>
          <a:bodyPr anchor="ctr">
            <a:normAutofit/>
          </a:bodyPr>
          <a:lstStyle>
            <a:lvl1pPr algn="l">
              <a:defRPr sz="3200" b="0" cap="all">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1446212" y="3429000"/>
            <a:ext cx="8534400" cy="381000"/>
          </a:xfrm>
        </p:spPr>
        <p:txBody>
          <a:bodyPr anchor="ctr"/>
          <a:lstStyle>
            <a:lvl1pPr marL="0" indent="0">
              <a:buFontTx/>
              <a:buNone/>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tr-TR"/>
              <a:t>Asıl metin stillerini düzenlemek için tıklayın</a:t>
            </a:r>
          </a:p>
        </p:txBody>
      </p:sp>
      <p:sp>
        <p:nvSpPr>
          <p:cNvPr id="3" name="Text Placeholder 2"/>
          <p:cNvSpPr>
            <a:spLocks noGrp="1"/>
          </p:cNvSpPr>
          <p:nvPr>
            <p:ph type="body" idx="1"/>
          </p:nvPr>
        </p:nvSpPr>
        <p:spPr>
          <a:xfrm>
            <a:off x="684213" y="4301067"/>
            <a:ext cx="8534400" cy="1684865"/>
          </a:xfrm>
        </p:spPr>
        <p:txBody>
          <a:bodyPr anchor="ctr">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17DE6B0-8A8F-4FBF-B766-19001895A21E}"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3C26CF-A159-49CC-89B9-0F57441FBC46}" type="slidenum">
              <a:rPr lang="en-US" smtClean="0"/>
              <a:t>‹#›</a:t>
            </a:fld>
            <a:endParaRPr lang="en-US"/>
          </a:p>
        </p:txBody>
      </p:sp>
      <p:sp>
        <p:nvSpPr>
          <p:cNvPr id="14" name="TextBox 13"/>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274842273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İsim Kartı">
    <p:spTree>
      <p:nvGrpSpPr>
        <p:cNvPr id="1" name=""/>
        <p:cNvGrpSpPr/>
        <p:nvPr/>
      </p:nvGrpSpPr>
      <p:grpSpPr>
        <a:xfrm>
          <a:off x="0" y="0"/>
          <a:ext cx="0" cy="0"/>
          <a:chOff x="0" y="0"/>
          <a:chExt cx="0" cy="0"/>
        </a:xfrm>
      </p:grpSpPr>
      <p:sp>
        <p:nvSpPr>
          <p:cNvPr id="2" name="Title 1"/>
          <p:cNvSpPr>
            <a:spLocks noGrp="1"/>
          </p:cNvSpPr>
          <p:nvPr>
            <p:ph type="title"/>
          </p:nvPr>
        </p:nvSpPr>
        <p:spPr>
          <a:xfrm>
            <a:off x="684212" y="3429000"/>
            <a:ext cx="8534400" cy="1697400"/>
          </a:xfrm>
        </p:spPr>
        <p:txBody>
          <a:bodyPr anchor="b">
            <a:normAutofit/>
          </a:bodyPr>
          <a:lstStyle>
            <a:lvl1pPr algn="l">
              <a:defRPr sz="3200" b="0" cap="all"/>
            </a:lvl1pPr>
          </a:lstStyle>
          <a:p>
            <a:r>
              <a:rPr lang="tr-TR"/>
              <a:t>Asıl başlık stilini düzenlemek için tıklayın</a:t>
            </a:r>
            <a:endParaRPr lang="en-US" dirty="0"/>
          </a:p>
        </p:txBody>
      </p:sp>
      <p:sp>
        <p:nvSpPr>
          <p:cNvPr id="3" name="Text Placeholder 2"/>
          <p:cNvSpPr>
            <a:spLocks noGrp="1"/>
          </p:cNvSpPr>
          <p:nvPr>
            <p:ph type="body" idx="1"/>
          </p:nvPr>
        </p:nvSpPr>
        <p:spPr>
          <a:xfrm>
            <a:off x="684211" y="5132981"/>
            <a:ext cx="8535990"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17DE6B0-8A8F-4FBF-B766-19001895A21E}"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218308315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lıntı İsim Kartı">
    <p:spTree>
      <p:nvGrpSpPr>
        <p:cNvPr id="1" name=""/>
        <p:cNvGrpSpPr/>
        <p:nvPr/>
      </p:nvGrpSpPr>
      <p:grpSpPr>
        <a:xfrm>
          <a:off x="0" y="0"/>
          <a:ext cx="0" cy="0"/>
          <a:chOff x="0" y="0"/>
          <a:chExt cx="0" cy="0"/>
        </a:xfrm>
      </p:grpSpPr>
      <p:sp>
        <p:nvSpPr>
          <p:cNvPr id="2" name="Title 1"/>
          <p:cNvSpPr>
            <a:spLocks noGrp="1"/>
          </p:cNvSpPr>
          <p:nvPr>
            <p:ph type="title"/>
          </p:nvPr>
        </p:nvSpPr>
        <p:spPr>
          <a:xfrm>
            <a:off x="1141413" y="685800"/>
            <a:ext cx="9144000" cy="2743200"/>
          </a:xfrm>
        </p:spPr>
        <p:txBody>
          <a:bodyPr anchor="ctr">
            <a:normAutofit/>
          </a:bodyPr>
          <a:lstStyle>
            <a:lvl1pPr algn="l">
              <a:defRPr sz="3200" b="0" cap="all">
                <a:solidFill>
                  <a:schemeClr val="tx1"/>
                </a:solidFill>
              </a:defRPr>
            </a:lvl1pPr>
          </a:lstStyle>
          <a:p>
            <a:r>
              <a:rPr lang="tr-TR"/>
              <a:t>Asıl başlık stilini düzenlemek için tıklayın</a:t>
            </a:r>
            <a:endParaRPr lang="en-US" dirty="0"/>
          </a:p>
        </p:txBody>
      </p:sp>
      <p:sp>
        <p:nvSpPr>
          <p:cNvPr id="10" name="Text Placeholder 9"/>
          <p:cNvSpPr>
            <a:spLocks noGrp="1"/>
          </p:cNvSpPr>
          <p:nvPr>
            <p:ph type="body" sz="quarter" idx="13"/>
          </p:nvPr>
        </p:nvSpPr>
        <p:spPr>
          <a:xfrm>
            <a:off x="684212" y="3928534"/>
            <a:ext cx="8534401" cy="1049866"/>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4211" y="4978400"/>
            <a:ext cx="8534401" cy="10160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17DE6B0-8A8F-4FBF-B766-19001895A21E}"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3C26CF-A159-49CC-89B9-0F57441FBC46}" type="slidenum">
              <a:rPr lang="en-US" smtClean="0"/>
              <a:t>‹#›</a:t>
            </a:fld>
            <a:endParaRPr lang="en-US"/>
          </a:p>
        </p:txBody>
      </p:sp>
      <p:sp>
        <p:nvSpPr>
          <p:cNvPr id="11" name="TextBox 10"/>
          <p:cNvSpPr txBox="1"/>
          <p:nvPr/>
        </p:nvSpPr>
        <p:spPr>
          <a:xfrm>
            <a:off x="531812" y="812222"/>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2" name="TextBox 11"/>
          <p:cNvSpPr txBox="1"/>
          <p:nvPr/>
        </p:nvSpPr>
        <p:spPr>
          <a:xfrm>
            <a:off x="10285412" y="276860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spTree>
    <p:extLst>
      <p:ext uri="{BB962C8B-B14F-4D97-AF65-F5344CB8AC3E}">
        <p14:creationId xmlns:p14="http://schemas.microsoft.com/office/powerpoint/2010/main" val="399007745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Doğru veya Yanlış">
    <p:spTree>
      <p:nvGrpSpPr>
        <p:cNvPr id="1" name=""/>
        <p:cNvGrpSpPr/>
        <p:nvPr/>
      </p:nvGrpSpPr>
      <p:grpSpPr>
        <a:xfrm>
          <a:off x="0" y="0"/>
          <a:ext cx="0" cy="0"/>
          <a:chOff x="0" y="0"/>
          <a:chExt cx="0" cy="0"/>
        </a:xfrm>
      </p:grpSpPr>
      <p:sp>
        <p:nvSpPr>
          <p:cNvPr id="2" name="Title 1"/>
          <p:cNvSpPr>
            <a:spLocks noGrp="1"/>
          </p:cNvSpPr>
          <p:nvPr>
            <p:ph type="title"/>
          </p:nvPr>
        </p:nvSpPr>
        <p:spPr>
          <a:xfrm>
            <a:off x="684213" y="685800"/>
            <a:ext cx="10058400" cy="2743200"/>
          </a:xfrm>
        </p:spPr>
        <p:txBody>
          <a:bodyPr vert="horz" lIns="91440" tIns="45720" rIns="91440" bIns="45720" rtlCol="0" anchor="ctr">
            <a:normAutofit/>
          </a:bodyPr>
          <a:lstStyle>
            <a:lvl1pPr>
              <a:defRPr lang="en-US" b="0" dirty="0"/>
            </a:lvl1pPr>
          </a:lstStyle>
          <a:p>
            <a:pPr marL="0" lvl="0"/>
            <a:r>
              <a:rPr lang="tr-TR"/>
              <a:t>Asıl başlık stilini düzenlemek için tıklayın</a:t>
            </a:r>
            <a:endParaRPr lang="en-US" dirty="0"/>
          </a:p>
        </p:txBody>
      </p:sp>
      <p:sp>
        <p:nvSpPr>
          <p:cNvPr id="10" name="Text Placeholder 9"/>
          <p:cNvSpPr>
            <a:spLocks noGrp="1"/>
          </p:cNvSpPr>
          <p:nvPr>
            <p:ph type="body" sz="quarter" idx="13"/>
          </p:nvPr>
        </p:nvSpPr>
        <p:spPr>
          <a:xfrm>
            <a:off x="684212" y="3928534"/>
            <a:ext cx="8534400" cy="838200"/>
          </a:xfrm>
        </p:spPr>
        <p:txBody>
          <a:bodyPr vert="horz" lIns="91440" tIns="45720" rIns="91440" bIns="45720" rtlCol="0" anchor="b">
            <a:normAutofit/>
          </a:bodyPr>
          <a:lstStyle>
            <a:lvl1pPr>
              <a:buNone/>
              <a:defRPr lang="en-US" sz="2400" b="0" cap="all" dirty="0">
                <a:ln w="3175" cmpd="sng">
                  <a:noFill/>
                </a:ln>
                <a:solidFill>
                  <a:schemeClr val="tx1"/>
                </a:solidFill>
                <a:effectLst/>
              </a:defRPr>
            </a:lvl1pPr>
          </a:lstStyle>
          <a:p>
            <a:pPr marL="0" lvl="0">
              <a:spcBef>
                <a:spcPct val="0"/>
              </a:spcBef>
              <a:buNone/>
            </a:pPr>
            <a:r>
              <a:rPr lang="tr-TR"/>
              <a:t>Asıl metin stillerini düzenlemek için tıklayın</a:t>
            </a:r>
          </a:p>
        </p:txBody>
      </p:sp>
      <p:sp>
        <p:nvSpPr>
          <p:cNvPr id="3" name="Text Placeholder 2"/>
          <p:cNvSpPr>
            <a:spLocks noGrp="1"/>
          </p:cNvSpPr>
          <p:nvPr>
            <p:ph type="body" idx="1"/>
          </p:nvPr>
        </p:nvSpPr>
        <p:spPr>
          <a:xfrm>
            <a:off x="684211" y="4766732"/>
            <a:ext cx="8534401" cy="12276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tr-TR"/>
              <a:t>Asıl metin stillerini düzenlemek için tıklayın</a:t>
            </a:r>
          </a:p>
        </p:txBody>
      </p:sp>
      <p:sp>
        <p:nvSpPr>
          <p:cNvPr id="4" name="Date Placeholder 3"/>
          <p:cNvSpPr>
            <a:spLocks noGrp="1"/>
          </p:cNvSpPr>
          <p:nvPr>
            <p:ph type="dt" sz="half" idx="10"/>
          </p:nvPr>
        </p:nvSpPr>
        <p:spPr/>
        <p:txBody>
          <a:bodyPr/>
          <a:lstStyle/>
          <a:p>
            <a:fld id="{A17DE6B0-8A8F-4FBF-B766-19001895A21E}"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404620844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Başlık ve Dikey Meti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tr-TR"/>
              <a:t>Asıl başlık stilini düzenlemek için tıklayın</a:t>
            </a:r>
            <a:endParaRPr lang="en-US" dirty="0"/>
          </a:p>
        </p:txBody>
      </p:sp>
      <p:sp>
        <p:nvSpPr>
          <p:cNvPr id="3" name="Vertical Text Placeholder 2"/>
          <p:cNvSpPr>
            <a:spLocks noGrp="1"/>
          </p:cNvSpPr>
          <p:nvPr>
            <p:ph type="body" orient="vert" idx="1"/>
          </p:nvPr>
        </p:nvSpPr>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17DE6B0-8A8F-4FBF-B766-19001895A21E}"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350206102"/>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Dikey Başlık ve Metin">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685212" y="685800"/>
            <a:ext cx="2057400" cy="4572000"/>
          </a:xfrm>
        </p:spPr>
        <p:txBody>
          <a:bodyPr vert="eaVert"/>
          <a:lstStyle/>
          <a:p>
            <a:r>
              <a:rPr lang="tr-TR"/>
              <a:t>Asıl başlık stilini düzenlemek için tıklayın</a:t>
            </a:r>
            <a:endParaRPr lang="en-US" dirty="0"/>
          </a:p>
        </p:txBody>
      </p:sp>
      <p:sp>
        <p:nvSpPr>
          <p:cNvPr id="3" name="Vertical Text Placeholder 2"/>
          <p:cNvSpPr>
            <a:spLocks noGrp="1"/>
          </p:cNvSpPr>
          <p:nvPr>
            <p:ph type="body" orient="vert" idx="1"/>
          </p:nvPr>
        </p:nvSpPr>
        <p:spPr>
          <a:xfrm>
            <a:off x="685800" y="685800"/>
            <a:ext cx="7823200" cy="5308600"/>
          </a:xfrm>
        </p:spPr>
        <p:txBody>
          <a:bodyPr vert="eaVert" anchor="t"/>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10"/>
          </p:nvPr>
        </p:nvSpPr>
        <p:spPr/>
        <p:txBody>
          <a:bodyPr/>
          <a:lstStyle/>
          <a:p>
            <a:fld id="{A17DE6B0-8A8F-4FBF-B766-19001895A21E}" type="datetimeFigureOut">
              <a:rPr lang="en-US" smtClean="0"/>
              <a:t>6/14/2025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03C26CF-A159-49CC-89B9-0F57441FBC46}" type="slidenum">
              <a:rPr lang="en-US" smtClean="0"/>
              <a:t>‹#›</a:t>
            </a:fld>
            <a:endParaRPr lang="en-US"/>
          </a:p>
        </p:txBody>
      </p:sp>
    </p:spTree>
    <p:extLst>
      <p:ext uri="{BB962C8B-B14F-4D97-AF65-F5344CB8AC3E}">
        <p14:creationId xmlns:p14="http://schemas.microsoft.com/office/powerpoint/2010/main" val="23955290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9206969" y="2963333"/>
            <a:ext cx="2981858" cy="3208867"/>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684212" y="4487332"/>
            <a:ext cx="8534400" cy="1507067"/>
          </a:xfrm>
          <a:prstGeom prst="rect">
            <a:avLst/>
          </a:prstGeom>
          <a:effectLst/>
        </p:spPr>
        <p:txBody>
          <a:bodyPr vert="horz" lIns="91440" tIns="45720" rIns="91440" bIns="45720" rtlCol="0" anchor="ctr">
            <a:normAutofit/>
          </a:bodyPr>
          <a:lstStyle/>
          <a:p>
            <a:r>
              <a:rPr lang="tr-TR"/>
              <a:t>Asıl başlık stilini düzenlemek için tıklayın</a:t>
            </a:r>
            <a:endParaRPr lang="en-US" dirty="0"/>
          </a:p>
        </p:txBody>
      </p:sp>
      <p:sp>
        <p:nvSpPr>
          <p:cNvPr id="3" name="Text Placeholder 2"/>
          <p:cNvSpPr>
            <a:spLocks noGrp="1"/>
          </p:cNvSpPr>
          <p:nvPr>
            <p:ph type="body" idx="1"/>
          </p:nvPr>
        </p:nvSpPr>
        <p:spPr>
          <a:xfrm>
            <a:off x="684212" y="685800"/>
            <a:ext cx="8534400" cy="3615267"/>
          </a:xfrm>
          <a:prstGeom prst="rect">
            <a:avLst/>
          </a:prstGeom>
        </p:spPr>
        <p:txBody>
          <a:bodyPr vert="horz" lIns="91440" tIns="45720" rIns="91440" bIns="45720" rtlCol="0" anchor="ctr">
            <a:normAutofit/>
          </a:bodyPr>
          <a:lstStyle/>
          <a:p>
            <a:pPr lvl="0"/>
            <a:r>
              <a:rPr lang="tr-TR"/>
              <a:t>Asıl metin stillerini düzenlemek için tıklayın</a:t>
            </a:r>
          </a:p>
          <a:p>
            <a:pPr lvl="1"/>
            <a:r>
              <a:rPr lang="tr-TR"/>
              <a:t>İkinci düzey</a:t>
            </a:r>
          </a:p>
          <a:p>
            <a:pPr lvl="2"/>
            <a:r>
              <a:rPr lang="tr-TR"/>
              <a:t>Üçüncü düzey</a:t>
            </a:r>
          </a:p>
          <a:p>
            <a:pPr lvl="3"/>
            <a:r>
              <a:rPr lang="tr-TR"/>
              <a:t>Dördüncü düzey</a:t>
            </a:r>
          </a:p>
          <a:p>
            <a:pPr lvl="4"/>
            <a:r>
              <a:rPr lang="tr-TR"/>
              <a:t>Beşinci düzey</a:t>
            </a:r>
            <a:endParaRPr lang="en-US" dirty="0"/>
          </a:p>
        </p:txBody>
      </p:sp>
      <p:sp>
        <p:nvSpPr>
          <p:cNvPr id="4" name="Date Placeholder 3"/>
          <p:cNvSpPr>
            <a:spLocks noGrp="1"/>
          </p:cNvSpPr>
          <p:nvPr>
            <p:ph type="dt" sz="half" idx="2"/>
          </p:nvPr>
        </p:nvSpPr>
        <p:spPr>
          <a:xfrm>
            <a:off x="9904412" y="6172200"/>
            <a:ext cx="1600200" cy="365125"/>
          </a:xfrm>
          <a:prstGeom prst="rect">
            <a:avLst/>
          </a:prstGeom>
        </p:spPr>
        <p:txBody>
          <a:bodyPr vert="horz" lIns="91440" tIns="45720" rIns="91440" bIns="45720" rtlCol="0" anchor="t"/>
          <a:lstStyle>
            <a:lvl1pPr algn="r">
              <a:defRPr sz="1000" b="0" i="0">
                <a:solidFill>
                  <a:schemeClr val="bg2">
                    <a:lumMod val="50000"/>
                  </a:schemeClr>
                </a:solidFill>
                <a:effectLst/>
                <a:latin typeface="+mn-lt"/>
              </a:defRPr>
            </a:lvl1pPr>
          </a:lstStyle>
          <a:p>
            <a:fld id="{A17DE6B0-8A8F-4FBF-B766-19001895A21E}" type="datetimeFigureOut">
              <a:rPr lang="en-US" smtClean="0"/>
              <a:t>6/14/2025</a:t>
            </a:fld>
            <a:endParaRPr lang="en-US"/>
          </a:p>
        </p:txBody>
      </p:sp>
      <p:sp>
        <p:nvSpPr>
          <p:cNvPr id="5" name="Footer Placeholder 4"/>
          <p:cNvSpPr>
            <a:spLocks noGrp="1"/>
          </p:cNvSpPr>
          <p:nvPr>
            <p:ph type="ftr" sz="quarter" idx="3"/>
          </p:nvPr>
        </p:nvSpPr>
        <p:spPr>
          <a:xfrm>
            <a:off x="684212" y="6172200"/>
            <a:ext cx="7543800" cy="365125"/>
          </a:xfrm>
          <a:prstGeom prst="rect">
            <a:avLst/>
          </a:prstGeom>
        </p:spPr>
        <p:txBody>
          <a:bodyPr vert="horz" lIns="91440" tIns="45720" rIns="91440" bIns="45720" rtlCol="0" anchor="t"/>
          <a:lstStyle>
            <a:lvl1pPr algn="l">
              <a:defRPr sz="1000" b="0" i="0">
                <a:solidFill>
                  <a:schemeClr val="bg2">
                    <a:lumMod val="50000"/>
                  </a:schemeClr>
                </a:solidFill>
                <a:effectLst/>
                <a:latin typeface="+mn-lt"/>
              </a:defRPr>
            </a:lvl1pPr>
          </a:lstStyle>
          <a:p>
            <a:endParaRPr lang="en-US"/>
          </a:p>
        </p:txBody>
      </p:sp>
      <p:sp>
        <p:nvSpPr>
          <p:cNvPr id="6" name="Slide Number Placeholder 5"/>
          <p:cNvSpPr>
            <a:spLocks noGrp="1"/>
          </p:cNvSpPr>
          <p:nvPr>
            <p:ph type="sldNum" sz="quarter" idx="4"/>
          </p:nvPr>
        </p:nvSpPr>
        <p:spPr>
          <a:xfrm>
            <a:off x="10363200" y="5578475"/>
            <a:ext cx="1142245" cy="669925"/>
          </a:xfrm>
          <a:prstGeom prst="rect">
            <a:avLst/>
          </a:prstGeom>
        </p:spPr>
        <p:txBody>
          <a:bodyPr vert="horz" lIns="91440" tIns="45720" rIns="91440" bIns="45720" rtlCol="0" anchor="b"/>
          <a:lstStyle>
            <a:lvl1pPr algn="r">
              <a:defRPr sz="3200" b="0" i="0">
                <a:solidFill>
                  <a:schemeClr val="bg2">
                    <a:lumMod val="50000"/>
                  </a:schemeClr>
                </a:solidFill>
                <a:effectLst/>
                <a:latin typeface="+mn-lt"/>
              </a:defRPr>
            </a:lvl1pPr>
          </a:lstStyle>
          <a:p>
            <a:fld id="{303C26CF-A159-49CC-89B9-0F57441FBC46}" type="slidenum">
              <a:rPr lang="en-US" smtClean="0"/>
              <a:t>‹#›</a:t>
            </a:fld>
            <a:endParaRPr lang="en-US"/>
          </a:p>
        </p:txBody>
      </p:sp>
      <p:pic>
        <p:nvPicPr>
          <p:cNvPr id="13" name="Resim 12" descr="logo, yazı tipi, grafik, simge, sembol içeren bir resim&#10;&#10;Yapay zeka tarafından oluşturulan içerik yanlış olabilir.">
            <a:extLst>
              <a:ext uri="{FF2B5EF4-FFF2-40B4-BE49-F238E27FC236}">
                <a16:creationId xmlns:a16="http://schemas.microsoft.com/office/drawing/2014/main" id="{3B3E1A59-332A-4CCC-0D6E-BF7FC73055E3}"/>
              </a:ext>
            </a:extLst>
          </p:cNvPr>
          <p:cNvPicPr>
            <a:picLocks noChangeAspect="1"/>
          </p:cNvPicPr>
          <p:nvPr userDrawn="1"/>
        </p:nvPicPr>
        <p:blipFill>
          <a:blip r:embed="rId19">
            <a:extLst>
              <a:ext uri="{28A0092B-C50C-407E-A947-70E740481C1C}">
                <a14:useLocalDpi xmlns:a14="http://schemas.microsoft.com/office/drawing/2010/main" val="0"/>
              </a:ext>
            </a:extLst>
          </a:blip>
          <a:stretch>
            <a:fillRect/>
          </a:stretch>
        </p:blipFill>
        <p:spPr>
          <a:xfrm>
            <a:off x="369468" y="374186"/>
            <a:ext cx="937464" cy="937464"/>
          </a:xfrm>
          <a:prstGeom prst="rect">
            <a:avLst/>
          </a:prstGeom>
        </p:spPr>
      </p:pic>
    </p:spTree>
    <p:extLst>
      <p:ext uri="{BB962C8B-B14F-4D97-AF65-F5344CB8AC3E}">
        <p14:creationId xmlns:p14="http://schemas.microsoft.com/office/powerpoint/2010/main" val="1374542613"/>
      </p:ext>
    </p:extLst>
  </p:cSld>
  <p:clrMap bg1="dk1" tx1="lt1" bg2="dk2" tx2="lt2" accent1="accent1" accent2="accent2" accent3="accent3" accent4="accent4" accent5="accent5" accent6="accent6" hlink="hlink" folHlink="folHlink"/>
  <p:sldLayoutIdLst>
    <p:sldLayoutId id="2147484083" r:id="rId1"/>
    <p:sldLayoutId id="2147484084" r:id="rId2"/>
    <p:sldLayoutId id="2147484085" r:id="rId3"/>
    <p:sldLayoutId id="2147484086" r:id="rId4"/>
    <p:sldLayoutId id="2147484087" r:id="rId5"/>
    <p:sldLayoutId id="2147484088" r:id="rId6"/>
    <p:sldLayoutId id="2147484089" r:id="rId7"/>
    <p:sldLayoutId id="2147484090" r:id="rId8"/>
    <p:sldLayoutId id="2147484091" r:id="rId9"/>
    <p:sldLayoutId id="2147484092" r:id="rId10"/>
    <p:sldLayoutId id="2147484093" r:id="rId11"/>
    <p:sldLayoutId id="2147484094" r:id="rId12"/>
    <p:sldLayoutId id="2147484095" r:id="rId13"/>
    <p:sldLayoutId id="2147484096" r:id="rId14"/>
    <p:sldLayoutId id="2147484097" r:id="rId15"/>
    <p:sldLayoutId id="2147484098" r:id="rId16"/>
    <p:sldLayoutId id="2147484099" r:id="rId17"/>
  </p:sldLayoutIdLst>
  <p:txStyles>
    <p:titleStyle>
      <a:lvl1pPr algn="l" defTabSz="457200" rtl="0" eaLnBrk="1" latinLnBrk="0" hangingPunct="1">
        <a:spcBef>
          <a:spcPct val="0"/>
        </a:spcBef>
        <a:buNone/>
        <a:defRPr sz="36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Resim 4" descr="logo, yazı tipi, grafik, simge, sembol içeren bir resim&#10;&#10;Yapay zeka tarafından oluşturulan içerik yanlış olabilir.">
            <a:extLst>
              <a:ext uri="{FF2B5EF4-FFF2-40B4-BE49-F238E27FC236}">
                <a16:creationId xmlns:a16="http://schemas.microsoft.com/office/drawing/2014/main" id="{A20C97B6-A265-02E2-FB8B-F71EFB1DC55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84505" y="1213758"/>
            <a:ext cx="3287904" cy="3287904"/>
          </a:xfrm>
          <a:prstGeom prst="rect">
            <a:avLst/>
          </a:prstGeom>
        </p:spPr>
      </p:pic>
      <p:sp>
        <p:nvSpPr>
          <p:cNvPr id="3" name="Metin kutusu 2">
            <a:extLst>
              <a:ext uri="{FF2B5EF4-FFF2-40B4-BE49-F238E27FC236}">
                <a16:creationId xmlns:a16="http://schemas.microsoft.com/office/drawing/2014/main" id="{101CCBEA-6E1D-4D70-4B05-370AE92E269A}"/>
              </a:ext>
            </a:extLst>
          </p:cNvPr>
          <p:cNvSpPr txBox="1"/>
          <p:nvPr/>
        </p:nvSpPr>
        <p:spPr>
          <a:xfrm>
            <a:off x="7770726" y="6488668"/>
            <a:ext cx="4421274" cy="369332"/>
          </a:xfrm>
          <a:prstGeom prst="rect">
            <a:avLst/>
          </a:prstGeom>
          <a:noFill/>
        </p:spPr>
        <p:txBody>
          <a:bodyPr wrap="square" rtlCol="0">
            <a:spAutoFit/>
          </a:bodyPr>
          <a:lstStyle/>
          <a:p>
            <a:r>
              <a:rPr lang="en-US" dirty="0"/>
              <a:t>"Sağlam</a:t>
            </a:r>
            <a:r>
              <a:rPr lang="tr-TR" dirty="0"/>
              <a:t> </a:t>
            </a:r>
            <a:r>
              <a:rPr lang="en-US" dirty="0" err="1"/>
              <a:t>Tahmin</a:t>
            </a:r>
            <a:r>
              <a:rPr lang="en-US" dirty="0"/>
              <a:t>,</a:t>
            </a:r>
            <a:r>
              <a:rPr lang="tr-TR" dirty="0"/>
              <a:t> </a:t>
            </a:r>
            <a:r>
              <a:rPr lang="en-US" dirty="0"/>
              <a:t>Sağlam</a:t>
            </a:r>
            <a:r>
              <a:rPr lang="tr-TR" dirty="0"/>
              <a:t> </a:t>
            </a:r>
            <a:r>
              <a:rPr lang="en-US" dirty="0" err="1"/>
              <a:t>Kazanç</a:t>
            </a:r>
            <a:r>
              <a:rPr lang="en-US" dirty="0"/>
              <a:t>!" </a:t>
            </a:r>
          </a:p>
        </p:txBody>
      </p:sp>
    </p:spTree>
    <p:extLst>
      <p:ext uri="{BB962C8B-B14F-4D97-AF65-F5344CB8AC3E}">
        <p14:creationId xmlns:p14="http://schemas.microsoft.com/office/powerpoint/2010/main" val="1168471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32391C9-FE18-B8CC-C4FC-99C2CD6F030C}"/>
              </a:ext>
            </a:extLst>
          </p:cNvPr>
          <p:cNvSpPr>
            <a:spLocks noGrp="1"/>
          </p:cNvSpPr>
          <p:nvPr>
            <p:ph idx="1"/>
          </p:nvPr>
        </p:nvSpPr>
        <p:spPr>
          <a:xfrm>
            <a:off x="2814462" y="-861647"/>
            <a:ext cx="8534400" cy="3615267"/>
          </a:xfrm>
        </p:spPr>
        <p:txBody>
          <a:bodyPr>
            <a:normAutofit/>
          </a:bodyPr>
          <a:lstStyle/>
          <a:p>
            <a:pPr marL="0" indent="0">
              <a:buNone/>
            </a:pPr>
            <a:r>
              <a:rPr lang="tr-TR" sz="3600" b="1" dirty="0"/>
              <a:t>Vizyonumuz ve misyonumuz</a:t>
            </a:r>
            <a:endParaRPr lang="en-US" sz="3600" b="1" dirty="0"/>
          </a:p>
        </p:txBody>
      </p:sp>
      <p:sp>
        <p:nvSpPr>
          <p:cNvPr id="4" name="Metin kutusu 3">
            <a:extLst>
              <a:ext uri="{FF2B5EF4-FFF2-40B4-BE49-F238E27FC236}">
                <a16:creationId xmlns:a16="http://schemas.microsoft.com/office/drawing/2014/main" id="{AEDF7E93-9B78-F845-099F-1B0AA33112B1}"/>
              </a:ext>
            </a:extLst>
          </p:cNvPr>
          <p:cNvSpPr txBox="1"/>
          <p:nvPr/>
        </p:nvSpPr>
        <p:spPr>
          <a:xfrm>
            <a:off x="2373836" y="1723017"/>
            <a:ext cx="7918101" cy="3139321"/>
          </a:xfrm>
          <a:prstGeom prst="rect">
            <a:avLst/>
          </a:prstGeom>
          <a:noFill/>
        </p:spPr>
        <p:txBody>
          <a:bodyPr wrap="square" rtlCol="0">
            <a:spAutoFit/>
          </a:bodyPr>
          <a:lstStyle/>
          <a:p>
            <a:r>
              <a:rPr lang="tr-TR" dirty="0"/>
              <a:t>Diğer finans platformlarından birçok yönüyle ayrışan </a:t>
            </a:r>
            <a:r>
              <a:rPr lang="tr-TR" dirty="0" err="1"/>
              <a:t>TrendFin</a:t>
            </a:r>
            <a:r>
              <a:rPr lang="tr-TR" dirty="0"/>
              <a:t> isimli platformumuzla birincil amacımız 2023’ten beri sayısı azalan Borsa İstanbul yatırımcısının finansal okuryazarlık seviyesini arttırarak </a:t>
            </a:r>
            <a:r>
              <a:rPr lang="tr-TR" dirty="0" err="1"/>
              <a:t>BIST’teki</a:t>
            </a:r>
            <a:r>
              <a:rPr lang="tr-TR" dirty="0"/>
              <a:t> toplam yatırımcı sayısını ve yatırım miktarını  arttırıp ülkemizin güzide şirketlerine yapılan yatırımların arttırılmasıyla hem yatırımcının daha efektif bir şekilde finansal yönetimini yapmasını sağlamak hem de   </a:t>
            </a:r>
            <a:r>
              <a:rPr lang="en-US" dirty="0"/>
              <a:t>Türk reel </a:t>
            </a:r>
            <a:r>
              <a:rPr lang="en-US" dirty="0" err="1"/>
              <a:t>ekonomisinin</a:t>
            </a:r>
            <a:r>
              <a:rPr lang="en-US" dirty="0"/>
              <a:t> </a:t>
            </a:r>
            <a:r>
              <a:rPr lang="en-US" dirty="0" err="1"/>
              <a:t>gelişimine</a:t>
            </a:r>
            <a:r>
              <a:rPr lang="en-US" dirty="0"/>
              <a:t> </a:t>
            </a:r>
            <a:r>
              <a:rPr lang="en-US" dirty="0" err="1"/>
              <a:t>katkı</a:t>
            </a:r>
            <a:r>
              <a:rPr lang="en-US" dirty="0"/>
              <a:t> </a:t>
            </a:r>
            <a:r>
              <a:rPr lang="en-US" dirty="0" err="1"/>
              <a:t>sağla</a:t>
            </a:r>
            <a:r>
              <a:rPr lang="tr-TR" dirty="0" err="1"/>
              <a:t>maktır</a:t>
            </a:r>
            <a:r>
              <a:rPr lang="tr-TR" dirty="0"/>
              <a:t>.</a:t>
            </a:r>
          </a:p>
          <a:p>
            <a:endParaRPr lang="tr-TR" dirty="0"/>
          </a:p>
          <a:p>
            <a:r>
              <a:rPr lang="tr-TR" dirty="0"/>
              <a:t>Platformumuzla ilk başta yerel olarak Türkiye’de hizmet vermeyi düşünüp Türkiye’nin en çok kullanılan 3 finansal platformu haline getirmeyi hedeflemekteyiz. </a:t>
            </a:r>
            <a:endParaRPr lang="en-US" dirty="0"/>
          </a:p>
        </p:txBody>
      </p:sp>
      <p:sp>
        <p:nvSpPr>
          <p:cNvPr id="2" name="Metin kutusu 1">
            <a:extLst>
              <a:ext uri="{FF2B5EF4-FFF2-40B4-BE49-F238E27FC236}">
                <a16:creationId xmlns:a16="http://schemas.microsoft.com/office/drawing/2014/main" id="{A603D853-A956-D394-6B1C-AB2FB40B20DF}"/>
              </a:ext>
            </a:extLst>
          </p:cNvPr>
          <p:cNvSpPr txBox="1"/>
          <p:nvPr/>
        </p:nvSpPr>
        <p:spPr>
          <a:xfrm>
            <a:off x="7770726" y="6488668"/>
            <a:ext cx="4421274" cy="369332"/>
          </a:xfrm>
          <a:prstGeom prst="rect">
            <a:avLst/>
          </a:prstGeom>
          <a:noFill/>
        </p:spPr>
        <p:txBody>
          <a:bodyPr wrap="square" rtlCol="0">
            <a:spAutoFit/>
          </a:bodyPr>
          <a:lstStyle/>
          <a:p>
            <a:r>
              <a:rPr lang="en-US" dirty="0"/>
              <a:t>"Sağlam</a:t>
            </a:r>
            <a:r>
              <a:rPr lang="tr-TR" dirty="0"/>
              <a:t> </a:t>
            </a:r>
            <a:r>
              <a:rPr lang="en-US" dirty="0" err="1"/>
              <a:t>Tahmin</a:t>
            </a:r>
            <a:r>
              <a:rPr lang="en-US" dirty="0"/>
              <a:t>,</a:t>
            </a:r>
            <a:r>
              <a:rPr lang="tr-TR" dirty="0"/>
              <a:t> </a:t>
            </a:r>
            <a:r>
              <a:rPr lang="en-US" dirty="0"/>
              <a:t>Sağlam</a:t>
            </a:r>
            <a:r>
              <a:rPr lang="tr-TR" dirty="0"/>
              <a:t> </a:t>
            </a:r>
            <a:r>
              <a:rPr lang="en-US" dirty="0" err="1"/>
              <a:t>Kazanç</a:t>
            </a:r>
            <a:r>
              <a:rPr lang="en-US" dirty="0"/>
              <a:t>!" </a:t>
            </a:r>
          </a:p>
        </p:txBody>
      </p:sp>
    </p:spTree>
    <p:extLst>
      <p:ext uri="{BB962C8B-B14F-4D97-AF65-F5344CB8AC3E}">
        <p14:creationId xmlns:p14="http://schemas.microsoft.com/office/powerpoint/2010/main" val="21805702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B9670EA-EA24-C909-46B7-4DA64F947331}"/>
              </a:ext>
            </a:extLst>
          </p:cNvPr>
          <p:cNvSpPr>
            <a:spLocks noGrp="1"/>
          </p:cNvSpPr>
          <p:nvPr>
            <p:ph idx="1"/>
          </p:nvPr>
        </p:nvSpPr>
        <p:spPr>
          <a:xfrm>
            <a:off x="804792" y="1077685"/>
            <a:ext cx="8534400" cy="3615267"/>
          </a:xfrm>
        </p:spPr>
        <p:txBody>
          <a:bodyPr/>
          <a:lstStyle/>
          <a:p>
            <a:pPr marL="0" indent="0">
              <a:buNone/>
            </a:pPr>
            <a:r>
              <a:rPr lang="tr-TR" sz="2400" b="1" dirty="0"/>
              <a:t>İlk olarak platformumuza göre stratejik projeksiyon nedir?</a:t>
            </a:r>
          </a:p>
          <a:p>
            <a:pPr marL="0" indent="0">
              <a:buNone/>
            </a:pPr>
            <a:r>
              <a:rPr lang="tr-TR" b="1" dirty="0"/>
              <a:t>Belirli bir tarih aralığı içeren ve doğrulanıp yanlışlanması mümkün olan ifadeler içeren finansal tahminlerdir(Yapay zeka öznel ifadeleri direkt engeller).</a:t>
            </a:r>
            <a:endParaRPr lang="tr-TR" dirty="0"/>
          </a:p>
          <a:p>
            <a:endParaRPr lang="en-US" dirty="0"/>
          </a:p>
        </p:txBody>
      </p:sp>
    </p:spTree>
    <p:extLst>
      <p:ext uri="{BB962C8B-B14F-4D97-AF65-F5344CB8AC3E}">
        <p14:creationId xmlns:p14="http://schemas.microsoft.com/office/powerpoint/2010/main" val="20781754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4DFFC4A9-378C-6E19-E989-4BEAA1663307}"/>
              </a:ext>
            </a:extLst>
          </p:cNvPr>
          <p:cNvSpPr>
            <a:spLocks noGrp="1"/>
          </p:cNvSpPr>
          <p:nvPr>
            <p:ph idx="1"/>
          </p:nvPr>
        </p:nvSpPr>
        <p:spPr>
          <a:xfrm>
            <a:off x="1920159" y="521770"/>
            <a:ext cx="8534400" cy="683661"/>
          </a:xfrm>
        </p:spPr>
        <p:txBody>
          <a:bodyPr>
            <a:normAutofit/>
          </a:bodyPr>
          <a:lstStyle/>
          <a:p>
            <a:pPr marL="0" indent="0">
              <a:buNone/>
            </a:pPr>
            <a:r>
              <a:rPr lang="tr-TR" sz="3600" dirty="0"/>
              <a:t>Hedeflenen ihtiyaç ve problem</a:t>
            </a:r>
            <a:endParaRPr lang="en-US" sz="3600" dirty="0"/>
          </a:p>
        </p:txBody>
      </p:sp>
      <p:sp>
        <p:nvSpPr>
          <p:cNvPr id="6" name="Metin kutusu 5">
            <a:extLst>
              <a:ext uri="{FF2B5EF4-FFF2-40B4-BE49-F238E27FC236}">
                <a16:creationId xmlns:a16="http://schemas.microsoft.com/office/drawing/2014/main" id="{BF28AFB3-609F-C632-0C43-925928DB29E4}"/>
              </a:ext>
            </a:extLst>
          </p:cNvPr>
          <p:cNvSpPr txBox="1"/>
          <p:nvPr/>
        </p:nvSpPr>
        <p:spPr>
          <a:xfrm>
            <a:off x="1316334" y="1818752"/>
            <a:ext cx="8615711" cy="2862322"/>
          </a:xfrm>
          <a:prstGeom prst="rect">
            <a:avLst/>
          </a:prstGeom>
          <a:noFill/>
        </p:spPr>
        <p:txBody>
          <a:bodyPr wrap="square" rtlCol="0">
            <a:spAutoFit/>
          </a:bodyPr>
          <a:lstStyle/>
          <a:p>
            <a:r>
              <a:rPr lang="tr-TR" dirty="0"/>
              <a:t>Ana problemimiz aşağıda bahsettiğim küçük problemlerden dolayı Borsamızdaki azalan yatırımcı sayısı ve buna bağlı olarak iyi şirketlerimize yapılan yatırımın azalması ve Türk reel ekonomisinin gelişiminin zarar görmesi. </a:t>
            </a:r>
          </a:p>
          <a:p>
            <a:r>
              <a:rPr lang="tr-TR" dirty="0"/>
              <a:t>1)Potansiyel yatırımcıların işinde başarılı olan finansal analistlerle buluşması konusunda yaşanan sıkıntılar: Analistler pek çok hisse hakkında yeterince bilgi sahibi olmadan rastgele yorumlar, stratejik projeksiyonlar yapıp sonradan tutmayan stratejik projeksiyonları, doğru bilgi içermediği anlaşılan yorumları silmesiyle finans konusundaki başarısını olduğundan fazla göstererek olması gerekenden daha fazla değer görmesi ve gerçek anlamda başarılı finansal analistlerin önüne taş konulması. </a:t>
            </a:r>
          </a:p>
        </p:txBody>
      </p:sp>
    </p:spTree>
    <p:extLst>
      <p:ext uri="{BB962C8B-B14F-4D97-AF65-F5344CB8AC3E}">
        <p14:creationId xmlns:p14="http://schemas.microsoft.com/office/powerpoint/2010/main" val="128940468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EDE4FBDF-14A3-20E3-73F5-7A0A9FCDFC1D}"/>
              </a:ext>
            </a:extLst>
          </p:cNvPr>
          <p:cNvSpPr>
            <a:spLocks noGrp="1"/>
          </p:cNvSpPr>
          <p:nvPr>
            <p:ph idx="1"/>
          </p:nvPr>
        </p:nvSpPr>
        <p:spPr>
          <a:xfrm>
            <a:off x="865082" y="1871505"/>
            <a:ext cx="8534400" cy="3615267"/>
          </a:xfrm>
        </p:spPr>
        <p:txBody>
          <a:bodyPr>
            <a:normAutofit lnSpcReduction="10000"/>
          </a:bodyPr>
          <a:lstStyle/>
          <a:p>
            <a:pPr marL="0" indent="0">
              <a:buNone/>
            </a:pPr>
            <a:r>
              <a:rPr lang="tr-TR" dirty="0"/>
              <a:t>2)Potansiyel yatırımcıların istediği uygunluktaki içeriklere ulaşamaması: </a:t>
            </a:r>
          </a:p>
          <a:p>
            <a:pPr marL="0" indent="0">
              <a:buNone/>
            </a:pPr>
            <a:r>
              <a:rPr lang="tr-TR" dirty="0"/>
              <a:t>A)Pek çok hissenin rastgele içerikle alakasız da olsa </a:t>
            </a:r>
            <a:r>
              <a:rPr lang="tr-TR" dirty="0" err="1"/>
              <a:t>hashtagleyerek</a:t>
            </a:r>
            <a:r>
              <a:rPr lang="tr-TR" dirty="0"/>
              <a:t> veya alakasız başlıkların altında paylaşması sonucu istediği hissenin bağlamına uygun içerikler bulamaması. </a:t>
            </a:r>
          </a:p>
          <a:p>
            <a:pPr marL="0" indent="0">
              <a:buNone/>
            </a:pPr>
            <a:r>
              <a:rPr lang="tr-TR" dirty="0"/>
              <a:t>B)Sadece takipçi ve etkileşim odaklı platformlarda dolayı etkileşim almak için yere pek ayak basmayan ‘ x hisse 15x …. ‘  gibi spekülatif içeriklerin paylaşılması.</a:t>
            </a:r>
            <a:endParaRPr lang="en-US" dirty="0"/>
          </a:p>
          <a:p>
            <a:pPr marL="0" indent="0">
              <a:buNone/>
            </a:pPr>
            <a:r>
              <a:rPr lang="tr-TR" dirty="0"/>
              <a:t>C)Kullanıcı odaklı puanlama sistemi olmadığı için kullanıcıların ne istediğinin net bir şekilde görülmemesi ve bu içeriklerin üretimin kısıtlı olması, olsa bile  daha az öne çıkarılması.</a:t>
            </a:r>
            <a:endParaRPr lang="en-US" dirty="0"/>
          </a:p>
        </p:txBody>
      </p:sp>
    </p:spTree>
    <p:extLst>
      <p:ext uri="{BB962C8B-B14F-4D97-AF65-F5344CB8AC3E}">
        <p14:creationId xmlns:p14="http://schemas.microsoft.com/office/powerpoint/2010/main" val="280251101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E320440-B30A-AF13-34B0-CBA962FA569D}"/>
              </a:ext>
            </a:extLst>
          </p:cNvPr>
          <p:cNvSpPr>
            <a:spLocks noGrp="1"/>
          </p:cNvSpPr>
          <p:nvPr>
            <p:ph idx="1"/>
          </p:nvPr>
        </p:nvSpPr>
        <p:spPr>
          <a:xfrm>
            <a:off x="1106243" y="1459524"/>
            <a:ext cx="8534400" cy="3615267"/>
          </a:xfrm>
        </p:spPr>
        <p:txBody>
          <a:bodyPr>
            <a:normAutofit fontScale="92500" lnSpcReduction="20000"/>
          </a:bodyPr>
          <a:lstStyle/>
          <a:p>
            <a:pPr marL="0" indent="0">
              <a:buNone/>
            </a:pPr>
            <a:r>
              <a:rPr lang="tr-TR" dirty="0"/>
              <a:t>3) Bahsettiğim ilk iki problemden dolayı finansal analistlerin yeterince araştırma ve detaylı analiz yapmaya teşvik edilmemesi  ve hem analistlerin hem de potansiyel borsa yatırımcısının finansal okur-yazarlık seviyesinin düşük kalması. </a:t>
            </a:r>
          </a:p>
          <a:p>
            <a:pPr marL="0" indent="0">
              <a:buNone/>
            </a:pPr>
            <a:r>
              <a:rPr lang="tr-TR" dirty="0"/>
              <a:t>4)Genele fonların portföy dağılımını görüyoruz bundan dolayı gördüğümüz portföy çeşitliliğinde eksiklik ve başarılı örnek portföyler görüp incelenmesiyle değişik stratejilere sahip yatırımcılardan çeşitli strateji ve bakış açısı edinme eksikliği</a:t>
            </a:r>
          </a:p>
          <a:p>
            <a:pPr marL="0" indent="0">
              <a:buNone/>
            </a:pPr>
            <a:r>
              <a:rPr lang="tr-TR" dirty="0"/>
              <a:t>5)Düzenli alım yapmak isteyen potansiyel borsa yatırımcıların BES gibi sistemlerdeki gibi otomatik olarak düzenli hisse </a:t>
            </a:r>
            <a:r>
              <a:rPr lang="tr-TR" dirty="0" err="1"/>
              <a:t>hisse</a:t>
            </a:r>
            <a:r>
              <a:rPr lang="tr-TR" dirty="0"/>
              <a:t> alım yapabildiği platform eksikliği mevcut. </a:t>
            </a:r>
          </a:p>
          <a:p>
            <a:pPr marL="0" indent="0">
              <a:buNone/>
            </a:pPr>
            <a:r>
              <a:rPr lang="tr-TR" dirty="0"/>
              <a:t>6)Birbirine hisse hediye etmek isteyen kişilerin  bunu yapmak için para atmak zorunda kalması.</a:t>
            </a:r>
            <a:endParaRPr lang="en-US" dirty="0"/>
          </a:p>
        </p:txBody>
      </p:sp>
    </p:spTree>
    <p:extLst>
      <p:ext uri="{BB962C8B-B14F-4D97-AF65-F5344CB8AC3E}">
        <p14:creationId xmlns:p14="http://schemas.microsoft.com/office/powerpoint/2010/main" val="268571309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0A6A64A-F479-A1FA-C73E-CC2E3914F513}"/>
              </a:ext>
            </a:extLst>
          </p:cNvPr>
          <p:cNvSpPr>
            <a:spLocks noGrp="1"/>
          </p:cNvSpPr>
          <p:nvPr>
            <p:ph idx="1"/>
          </p:nvPr>
        </p:nvSpPr>
        <p:spPr>
          <a:xfrm>
            <a:off x="401934" y="1879415"/>
            <a:ext cx="8957354" cy="4978585"/>
          </a:xfrm>
        </p:spPr>
        <p:txBody>
          <a:bodyPr>
            <a:normAutofit/>
          </a:bodyPr>
          <a:lstStyle/>
          <a:p>
            <a:pPr marL="0" indent="0">
              <a:buNone/>
            </a:pPr>
            <a:r>
              <a:rPr lang="tr-TR" b="1" dirty="0"/>
              <a:t>1)</a:t>
            </a:r>
            <a:r>
              <a:rPr lang="en-US" b="1" dirty="0" err="1"/>
              <a:t>Platformumuzda</a:t>
            </a:r>
            <a:r>
              <a:rPr lang="en-US" b="1" dirty="0"/>
              <a:t>, </a:t>
            </a:r>
            <a:r>
              <a:rPr lang="en-US" b="1" dirty="0" err="1"/>
              <a:t>platformadaki</a:t>
            </a:r>
            <a:r>
              <a:rPr lang="en-US" b="1" dirty="0"/>
              <a:t> </a:t>
            </a:r>
            <a:r>
              <a:rPr lang="en-US" b="1" dirty="0" err="1"/>
              <a:t>herkesin</a:t>
            </a:r>
            <a:r>
              <a:rPr lang="en-US" b="1" dirty="0"/>
              <a:t> </a:t>
            </a:r>
            <a:r>
              <a:rPr lang="en-US" b="1" dirty="0" err="1"/>
              <a:t>ulaşabileceği</a:t>
            </a:r>
            <a:r>
              <a:rPr lang="en-US" b="1" dirty="0"/>
              <a:t> </a:t>
            </a:r>
            <a:r>
              <a:rPr lang="en-US" b="1" dirty="0" err="1"/>
              <a:t>ücretsiz</a:t>
            </a:r>
            <a:r>
              <a:rPr lang="en-US" b="1" dirty="0"/>
              <a:t> </a:t>
            </a:r>
            <a:r>
              <a:rPr lang="en-US" b="1" dirty="0" err="1"/>
              <a:t>bir</a:t>
            </a:r>
            <a:r>
              <a:rPr lang="en-US" b="1" dirty="0"/>
              <a:t> </a:t>
            </a:r>
            <a:r>
              <a:rPr lang="en-US" b="1" dirty="0" err="1"/>
              <a:t>şekilde</a:t>
            </a:r>
            <a:r>
              <a:rPr lang="en-US" b="1" dirty="0"/>
              <a:t> </a:t>
            </a:r>
            <a:r>
              <a:rPr lang="en-US" b="1" dirty="0" err="1"/>
              <a:t>paylaşım</a:t>
            </a:r>
            <a:r>
              <a:rPr lang="en-US" b="1" dirty="0"/>
              <a:t> </a:t>
            </a:r>
            <a:r>
              <a:rPr lang="en-US" b="1" dirty="0" err="1"/>
              <a:t>yapan</a:t>
            </a:r>
            <a:r>
              <a:rPr lang="en-US" b="1" dirty="0"/>
              <a:t> </a:t>
            </a:r>
            <a:r>
              <a:rPr lang="en-US" b="1" dirty="0" err="1"/>
              <a:t>dilediğinde</a:t>
            </a:r>
            <a:r>
              <a:rPr lang="en-US" b="1" dirty="0"/>
              <a:t> </a:t>
            </a:r>
            <a:r>
              <a:rPr lang="en-US" b="1" dirty="0" err="1"/>
              <a:t>ise</a:t>
            </a:r>
            <a:r>
              <a:rPr lang="en-US" b="1" dirty="0"/>
              <a:t> </a:t>
            </a:r>
            <a:r>
              <a:rPr lang="en-US" b="1" dirty="0" err="1"/>
              <a:t>ücretli</a:t>
            </a:r>
            <a:r>
              <a:rPr lang="en-US" b="1" dirty="0"/>
              <a:t> </a:t>
            </a:r>
            <a:r>
              <a:rPr lang="en-US" b="1" dirty="0" err="1"/>
              <a:t>abonelik</a:t>
            </a:r>
            <a:r>
              <a:rPr lang="en-US" b="1" dirty="0"/>
              <a:t> </a:t>
            </a:r>
            <a:r>
              <a:rPr lang="en-US" b="1" dirty="0" err="1"/>
              <a:t>sistemi</a:t>
            </a:r>
            <a:r>
              <a:rPr lang="en-US" b="1" dirty="0"/>
              <a:t> </a:t>
            </a:r>
            <a:r>
              <a:rPr lang="en-US" b="1" dirty="0" err="1"/>
              <a:t>üzerinden</a:t>
            </a:r>
            <a:r>
              <a:rPr lang="en-US" b="1" dirty="0"/>
              <a:t> de </a:t>
            </a:r>
            <a:r>
              <a:rPr lang="en-US" b="1" dirty="0" err="1"/>
              <a:t>paylaşım</a:t>
            </a:r>
            <a:r>
              <a:rPr lang="en-US" b="1" dirty="0"/>
              <a:t> </a:t>
            </a:r>
            <a:r>
              <a:rPr lang="en-US" b="1" dirty="0" err="1"/>
              <a:t>yapabilen</a:t>
            </a:r>
            <a:r>
              <a:rPr lang="en-US" b="1" dirty="0"/>
              <a:t> </a:t>
            </a:r>
            <a:r>
              <a:rPr lang="en-US" b="1" dirty="0" err="1"/>
              <a:t>kullanıcılar</a:t>
            </a:r>
            <a:r>
              <a:rPr lang="en-US" b="1" dirty="0"/>
              <a:t> </a:t>
            </a:r>
            <a:r>
              <a:rPr lang="en-US" b="1" dirty="0" err="1"/>
              <a:t>sektörel</a:t>
            </a:r>
            <a:r>
              <a:rPr lang="en-US" b="1" dirty="0"/>
              <a:t> </a:t>
            </a:r>
            <a:r>
              <a:rPr lang="en-US" b="1" dirty="0" err="1"/>
              <a:t>ve</a:t>
            </a:r>
            <a:r>
              <a:rPr lang="en-US" b="1" dirty="0"/>
              <a:t> </a:t>
            </a:r>
            <a:r>
              <a:rPr lang="en-US" b="1" dirty="0" err="1"/>
              <a:t>finansal</a:t>
            </a:r>
            <a:r>
              <a:rPr lang="en-US" b="1" dirty="0"/>
              <a:t> </a:t>
            </a:r>
            <a:r>
              <a:rPr lang="en-US" b="1" dirty="0" err="1"/>
              <a:t>gelişmelerle</a:t>
            </a:r>
            <a:r>
              <a:rPr lang="en-US" b="1" dirty="0"/>
              <a:t> </a:t>
            </a:r>
            <a:r>
              <a:rPr lang="en-US" b="1" dirty="0" err="1"/>
              <a:t>ilgili</a:t>
            </a:r>
            <a:r>
              <a:rPr lang="en-US" b="1" dirty="0"/>
              <a:t> </a:t>
            </a:r>
            <a:r>
              <a:rPr lang="en-US" b="1" dirty="0" err="1"/>
              <a:t>tahminlerde</a:t>
            </a:r>
            <a:r>
              <a:rPr lang="tr-TR" b="1" dirty="0"/>
              <a:t> ve bilgi paylaşımında</a:t>
            </a:r>
            <a:r>
              <a:rPr lang="en-US" b="1" dirty="0"/>
              <a:t> </a:t>
            </a:r>
            <a:r>
              <a:rPr lang="en-US" b="1" dirty="0" err="1"/>
              <a:t>bulu</a:t>
            </a:r>
            <a:r>
              <a:rPr lang="tr-TR" b="1" dirty="0"/>
              <a:t>nacaklardır. Stratejik projeksiyon kısmının altındaki paylaşımlar  kullanıcılar paylaştık</a:t>
            </a:r>
            <a:r>
              <a:rPr lang="en-US" b="1" dirty="0"/>
              <a:t>tan </a:t>
            </a:r>
            <a:r>
              <a:rPr lang="en-US" b="1" dirty="0" err="1"/>
              <a:t>bir</a:t>
            </a:r>
            <a:r>
              <a:rPr lang="en-US" b="1" dirty="0"/>
              <a:t> </a:t>
            </a:r>
            <a:r>
              <a:rPr lang="en-US" b="1" dirty="0" err="1"/>
              <a:t>gün</a:t>
            </a:r>
            <a:r>
              <a:rPr lang="en-US" b="1" dirty="0"/>
              <a:t> </a:t>
            </a:r>
            <a:r>
              <a:rPr lang="en-US" b="1" dirty="0" err="1"/>
              <a:t>sonra</a:t>
            </a:r>
            <a:r>
              <a:rPr lang="tr-TR" b="1" dirty="0"/>
              <a:t> silinmeyecektir. Tahminler belirli bir tarih aralığı belirtilerek ve doğrulanıp yanlışlanması mümkün olan ifadeler içermek zorundadır(Yapay zeka öznel ifadeleri direkt engeller). O zaman aralığı geçtiğinde zaman tahminin doğru olup olmadığı direkt sistem tarafından onaylanacaktır. Kullanıcıların stratejik projeksiyon kısmına  girerek tüm öngörülerin gerçekleşip gerçekleşmediği görülebilecek. Belirttiğim gibi sadece öngörüler paylaşılmayacak öngörüler hariç de finansal paylaşımlar yapılacak. &gt;</a:t>
            </a:r>
            <a:r>
              <a:rPr lang="tr-TR" dirty="0"/>
              <a:t> Potansiyel yatırımcıların işinde başarılı olan finansal analistlerle buluşmasını sağlamak</a:t>
            </a:r>
            <a:endParaRPr lang="tr-TR" b="1" dirty="0"/>
          </a:p>
          <a:p>
            <a:endParaRPr lang="tr-TR" dirty="0"/>
          </a:p>
          <a:p>
            <a:endParaRPr lang="en-US" dirty="0"/>
          </a:p>
        </p:txBody>
      </p:sp>
      <p:sp>
        <p:nvSpPr>
          <p:cNvPr id="4" name="İçerik Yer Tutucusu 2">
            <a:extLst>
              <a:ext uri="{FF2B5EF4-FFF2-40B4-BE49-F238E27FC236}">
                <a16:creationId xmlns:a16="http://schemas.microsoft.com/office/drawing/2014/main" id="{CE03230D-7D40-2DD0-E3EF-88705E4ABCE5}"/>
              </a:ext>
            </a:extLst>
          </p:cNvPr>
          <p:cNvSpPr txBox="1">
            <a:spLocks/>
          </p:cNvSpPr>
          <p:nvPr/>
        </p:nvSpPr>
        <p:spPr>
          <a:xfrm>
            <a:off x="2029766" y="0"/>
            <a:ext cx="8534400" cy="1608109"/>
          </a:xfrm>
          <a:prstGeom prst="rect">
            <a:avLst/>
          </a:prstGeom>
        </p:spPr>
        <p:txBody>
          <a:bodyPr vert="horz" lIns="91440" tIns="45720" rIns="91440" bIns="45720" rtlCol="0" anchor="ctr">
            <a:normAutofit lnSpcReduction="10000"/>
          </a:bodyPr>
          <a:lstStyle>
            <a:lvl1pPr marL="2857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20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8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6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80000"/>
              <a:buFont typeface="Wingdings 3" panose="05040102010807070707" pitchFamily="18" charset="2"/>
              <a:buChar char=""/>
              <a:defRPr sz="1400" kern="1200" cap="none">
                <a:solidFill>
                  <a:schemeClr val="tx1"/>
                </a:solidFill>
                <a:effectLst/>
                <a:latin typeface="+mn-lt"/>
                <a:ea typeface="+mn-ea"/>
                <a:cs typeface="+mn-cs"/>
              </a:defRPr>
            </a:lvl9pPr>
          </a:lstStyle>
          <a:p>
            <a:pPr marL="0" indent="0">
              <a:buFont typeface="Wingdings 3" panose="05040102010807070707" pitchFamily="18" charset="2"/>
              <a:buNone/>
            </a:pPr>
            <a:r>
              <a:rPr lang="tr-TR" sz="3600" b="1" dirty="0"/>
              <a:t>Temel stratejilerimiz ve bizi diğer finansal platformlardan ayıran özellikler</a:t>
            </a:r>
            <a:endParaRPr lang="en-US" sz="3600" b="1" dirty="0"/>
          </a:p>
        </p:txBody>
      </p:sp>
      <p:sp>
        <p:nvSpPr>
          <p:cNvPr id="5" name="Metin kutusu 4">
            <a:extLst>
              <a:ext uri="{FF2B5EF4-FFF2-40B4-BE49-F238E27FC236}">
                <a16:creationId xmlns:a16="http://schemas.microsoft.com/office/drawing/2014/main" id="{141715E1-B830-7B81-D62C-119FEA0C3D22}"/>
              </a:ext>
            </a:extLst>
          </p:cNvPr>
          <p:cNvSpPr txBox="1"/>
          <p:nvPr/>
        </p:nvSpPr>
        <p:spPr>
          <a:xfrm>
            <a:off x="7770726" y="6488668"/>
            <a:ext cx="4421274" cy="369332"/>
          </a:xfrm>
          <a:prstGeom prst="rect">
            <a:avLst/>
          </a:prstGeom>
          <a:noFill/>
        </p:spPr>
        <p:txBody>
          <a:bodyPr wrap="square" rtlCol="0">
            <a:spAutoFit/>
          </a:bodyPr>
          <a:lstStyle/>
          <a:p>
            <a:r>
              <a:rPr lang="en-US" dirty="0"/>
              <a:t>"Sağlam</a:t>
            </a:r>
            <a:r>
              <a:rPr lang="tr-TR" dirty="0"/>
              <a:t> </a:t>
            </a:r>
            <a:r>
              <a:rPr lang="en-US" dirty="0" err="1"/>
              <a:t>Tahmin</a:t>
            </a:r>
            <a:r>
              <a:rPr lang="en-US" dirty="0"/>
              <a:t>,</a:t>
            </a:r>
            <a:r>
              <a:rPr lang="tr-TR" dirty="0"/>
              <a:t> </a:t>
            </a:r>
            <a:r>
              <a:rPr lang="en-US" dirty="0"/>
              <a:t>Sağlam</a:t>
            </a:r>
            <a:r>
              <a:rPr lang="tr-TR" dirty="0"/>
              <a:t> </a:t>
            </a:r>
            <a:r>
              <a:rPr lang="en-US" dirty="0" err="1"/>
              <a:t>Kazanç</a:t>
            </a:r>
            <a:r>
              <a:rPr lang="en-US" dirty="0"/>
              <a:t>!" </a:t>
            </a:r>
          </a:p>
        </p:txBody>
      </p:sp>
    </p:spTree>
    <p:extLst>
      <p:ext uri="{BB962C8B-B14F-4D97-AF65-F5344CB8AC3E}">
        <p14:creationId xmlns:p14="http://schemas.microsoft.com/office/powerpoint/2010/main" val="342814925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2CE1CC82-F201-EEB5-9650-F3D8D809603C}"/>
              </a:ext>
            </a:extLst>
          </p:cNvPr>
          <p:cNvSpPr>
            <a:spLocks noGrp="1"/>
          </p:cNvSpPr>
          <p:nvPr>
            <p:ph idx="1"/>
          </p:nvPr>
        </p:nvSpPr>
        <p:spPr>
          <a:xfrm>
            <a:off x="915324" y="1389184"/>
            <a:ext cx="8534400" cy="3615267"/>
          </a:xfrm>
        </p:spPr>
        <p:txBody>
          <a:bodyPr>
            <a:normAutofit/>
          </a:bodyPr>
          <a:lstStyle/>
          <a:p>
            <a:r>
              <a:rPr lang="tr-TR" b="1" dirty="0"/>
              <a:t>2)Ayrıca Twitter gibi diğer platformlardan farklı olarak paylaşımlarda fazla görüntüleme almak için çok sayıda alakasız hisseleri </a:t>
            </a:r>
            <a:r>
              <a:rPr lang="tr-TR" b="1" dirty="0" err="1"/>
              <a:t>hashtag</a:t>
            </a:r>
            <a:r>
              <a:rPr lang="tr-TR" b="1" dirty="0"/>
              <a:t> ile eklemenin önüne geçilecek. Birden fazla hisse hakkında paylaşım yapılacaksa sektörler ya da karşılaştırma gibi  bölümlerin altında paylaşım yapılacak. Eğer bölümlerin altında alakasız içerik paylaşılmak istenirse bu yapay zeka tarafından tespit edilecek ve içeriğin paylaşılması engellenecek. Böylece kullanıcılar hangi hisseler hakkında bilgi edinmek isterlerse sadece o hisseler hakkında gereksiz içeriklerle odak dağılması olmadan  bilgi edinebilecek. &gt; </a:t>
            </a:r>
            <a:r>
              <a:rPr lang="tr-TR" dirty="0"/>
              <a:t>Potansiyel yatırımcıların istediği uygunluktaki içeriklere ulaşmasını sağlamak</a:t>
            </a:r>
            <a:endParaRPr lang="en-US" dirty="0"/>
          </a:p>
        </p:txBody>
      </p:sp>
    </p:spTree>
    <p:extLst>
      <p:ext uri="{BB962C8B-B14F-4D97-AF65-F5344CB8AC3E}">
        <p14:creationId xmlns:p14="http://schemas.microsoft.com/office/powerpoint/2010/main" val="35686942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etin kutusu 1">
            <a:extLst>
              <a:ext uri="{FF2B5EF4-FFF2-40B4-BE49-F238E27FC236}">
                <a16:creationId xmlns:a16="http://schemas.microsoft.com/office/drawing/2014/main" id="{3F91BCFB-C3B4-DD41-2A43-52916BC848A5}"/>
              </a:ext>
            </a:extLst>
          </p:cNvPr>
          <p:cNvSpPr txBox="1"/>
          <p:nvPr/>
        </p:nvSpPr>
        <p:spPr>
          <a:xfrm>
            <a:off x="1004834" y="1318022"/>
            <a:ext cx="8534400" cy="5632311"/>
          </a:xfrm>
          <a:prstGeom prst="rect">
            <a:avLst/>
          </a:prstGeom>
          <a:noFill/>
        </p:spPr>
        <p:txBody>
          <a:bodyPr wrap="square" rtlCol="0">
            <a:spAutoFit/>
          </a:bodyPr>
          <a:lstStyle/>
          <a:p>
            <a:r>
              <a:rPr lang="tr-TR" b="1" dirty="0"/>
              <a:t>3)Platformumuzda kullanıcıların portföy paylaşma imkanı da olacak. Kullanıcılar paylaşılan portföyü puanlayabilecek ve yorumlar kısmında yorumlayabilecekler. Puanlanan portföyler puanına, puanlayan kişi sayısına göre , ya da her ikisine bakılarak, veya son zamanlarda en çok görüntülenişine göre gibi  çeşitli kriterlerle sıralanacak.&gt;</a:t>
            </a:r>
            <a:r>
              <a:rPr lang="tr-TR" dirty="0"/>
              <a:t>Başarılı örnek portföyler görüp incelenmesiyle değişik stratejilere sahip yatırımcılardan çeşitli strateji ve bakış açısı edinme eksikliği-Potansiyel yatırımcıların işinde başarılı olan finansal analistlerle buluşmasını sağlamak</a:t>
            </a:r>
            <a:endParaRPr lang="tr-TR" b="1" dirty="0"/>
          </a:p>
          <a:p>
            <a:r>
              <a:rPr lang="tr-TR" dirty="0"/>
              <a:t>4)</a:t>
            </a:r>
            <a:r>
              <a:rPr lang="tr-TR" b="1" dirty="0"/>
              <a:t>Kullanıcılar da birbirini de puanlayabilecek. Yine kullanıcılar puanına, puanlayan kişi sayısına göre , ya da her ikisine bakılarak, veya son zamanlarda en çok görüntülenişine göre gibi  çeşitli kriterlerle sıralanacak.&gt;</a:t>
            </a:r>
            <a:r>
              <a:rPr lang="tr-TR" dirty="0"/>
              <a:t>Potansiyel yatırımcıların işinde başarılı olan finansal analistlerle buluşmasını sağlamak- Potansiyel yatırımcıların istediği uygunluktaki içeriklere ulaşamaması</a:t>
            </a:r>
            <a:r>
              <a:rPr lang="tr-TR" b="1" dirty="0"/>
              <a:t> </a:t>
            </a:r>
          </a:p>
          <a:p>
            <a:r>
              <a:rPr lang="tr-TR" b="1" dirty="0"/>
              <a:t>-Piyasalar ve hisseler hakkında yine yapay zeka tarafından kontrol edilen güncel haberlerin yer aldığı haberler kısmı yer alacak. </a:t>
            </a:r>
          </a:p>
          <a:p>
            <a:r>
              <a:rPr lang="tr-TR" b="1" dirty="0"/>
              <a:t>-Son olarak piyasaları, endeksleri ve hisselerin anlık durumunu gösteren kısım da olacak.  </a:t>
            </a:r>
          </a:p>
          <a:p>
            <a:endParaRPr lang="tr-TR" dirty="0"/>
          </a:p>
          <a:p>
            <a:endParaRPr lang="en-US" dirty="0"/>
          </a:p>
        </p:txBody>
      </p:sp>
      <p:sp>
        <p:nvSpPr>
          <p:cNvPr id="6" name="Metin kutusu 5">
            <a:extLst>
              <a:ext uri="{FF2B5EF4-FFF2-40B4-BE49-F238E27FC236}">
                <a16:creationId xmlns:a16="http://schemas.microsoft.com/office/drawing/2014/main" id="{78ACD016-FA60-FB0D-F8C4-C992FA74CB64}"/>
              </a:ext>
            </a:extLst>
          </p:cNvPr>
          <p:cNvSpPr txBox="1"/>
          <p:nvPr/>
        </p:nvSpPr>
        <p:spPr>
          <a:xfrm>
            <a:off x="7770726" y="6488668"/>
            <a:ext cx="4421274" cy="369332"/>
          </a:xfrm>
          <a:prstGeom prst="rect">
            <a:avLst/>
          </a:prstGeom>
          <a:noFill/>
        </p:spPr>
        <p:txBody>
          <a:bodyPr wrap="square" rtlCol="0">
            <a:spAutoFit/>
          </a:bodyPr>
          <a:lstStyle/>
          <a:p>
            <a:r>
              <a:rPr lang="en-US" dirty="0"/>
              <a:t>"Sağlam</a:t>
            </a:r>
            <a:r>
              <a:rPr lang="tr-TR" dirty="0"/>
              <a:t> </a:t>
            </a:r>
            <a:r>
              <a:rPr lang="en-US" dirty="0" err="1"/>
              <a:t>Tahmin</a:t>
            </a:r>
            <a:r>
              <a:rPr lang="en-US" dirty="0"/>
              <a:t>,</a:t>
            </a:r>
            <a:r>
              <a:rPr lang="tr-TR" dirty="0"/>
              <a:t> </a:t>
            </a:r>
            <a:r>
              <a:rPr lang="en-US" dirty="0"/>
              <a:t>Sağlam</a:t>
            </a:r>
            <a:r>
              <a:rPr lang="tr-TR" dirty="0"/>
              <a:t> </a:t>
            </a:r>
            <a:r>
              <a:rPr lang="en-US" dirty="0" err="1"/>
              <a:t>Kazanç</a:t>
            </a:r>
            <a:r>
              <a:rPr lang="en-US" dirty="0"/>
              <a:t>!" </a:t>
            </a:r>
          </a:p>
        </p:txBody>
      </p:sp>
    </p:spTree>
    <p:extLst>
      <p:ext uri="{BB962C8B-B14F-4D97-AF65-F5344CB8AC3E}">
        <p14:creationId xmlns:p14="http://schemas.microsoft.com/office/powerpoint/2010/main" val="1823190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392D79C3-EF89-3E57-3BC9-9CFCD5F318FB}"/>
              </a:ext>
            </a:extLst>
          </p:cNvPr>
          <p:cNvSpPr>
            <a:spLocks noGrp="1"/>
          </p:cNvSpPr>
          <p:nvPr>
            <p:ph type="title"/>
          </p:nvPr>
        </p:nvSpPr>
        <p:spPr/>
        <p:txBody>
          <a:bodyPr/>
          <a:lstStyle/>
          <a:p>
            <a:endParaRPr lang="en-US"/>
          </a:p>
        </p:txBody>
      </p:sp>
      <p:sp>
        <p:nvSpPr>
          <p:cNvPr id="3" name="İçerik Yer Tutucusu 2">
            <a:extLst>
              <a:ext uri="{FF2B5EF4-FFF2-40B4-BE49-F238E27FC236}">
                <a16:creationId xmlns:a16="http://schemas.microsoft.com/office/drawing/2014/main" id="{4DE39AA5-08E6-ACBE-298D-97B2C40E04EA}"/>
              </a:ext>
            </a:extLst>
          </p:cNvPr>
          <p:cNvSpPr>
            <a:spLocks noGrp="1"/>
          </p:cNvSpPr>
          <p:nvPr>
            <p:ph idx="1"/>
          </p:nvPr>
        </p:nvSpPr>
        <p:spPr/>
        <p:txBody>
          <a:bodyPr/>
          <a:lstStyle/>
          <a:p>
            <a:pPr marL="0" indent="0">
              <a:buNone/>
            </a:pPr>
            <a:r>
              <a:rPr lang="tr-TR" dirty="0"/>
              <a:t>5) Düzenli alım yapmak isteyen potansiyel borsa yatırımcıların BES gibi sistemlerdeki gibi otomatik olarak düzenli hisse </a:t>
            </a:r>
            <a:r>
              <a:rPr lang="tr-TR" dirty="0" err="1"/>
              <a:t>hisse</a:t>
            </a:r>
            <a:r>
              <a:rPr lang="tr-TR" dirty="0"/>
              <a:t> alım yapabildiği düzenli alım kısmı oluşturuyoruz.</a:t>
            </a:r>
          </a:p>
          <a:p>
            <a:pPr marL="0" indent="0">
              <a:buNone/>
            </a:pPr>
            <a:r>
              <a:rPr lang="tr-TR" dirty="0"/>
              <a:t>6) Birbirine hisse hediye etmek isteyen kişilerin  bunu yapmak için para atmak zorunda kalmadan birbirine hediye gönderebileceği bir uygulama da hedefimizde</a:t>
            </a:r>
            <a:endParaRPr lang="en-US" dirty="0"/>
          </a:p>
        </p:txBody>
      </p:sp>
    </p:spTree>
    <p:extLst>
      <p:ext uri="{BB962C8B-B14F-4D97-AF65-F5344CB8AC3E}">
        <p14:creationId xmlns:p14="http://schemas.microsoft.com/office/powerpoint/2010/main" val="188573128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5FAC2631-FE8F-D984-E3C3-892F2EFAB079}"/>
              </a:ext>
            </a:extLst>
          </p:cNvPr>
          <p:cNvSpPr>
            <a:spLocks noGrp="1"/>
          </p:cNvSpPr>
          <p:nvPr>
            <p:ph idx="1"/>
          </p:nvPr>
        </p:nvSpPr>
        <p:spPr>
          <a:xfrm>
            <a:off x="2472818" y="1"/>
            <a:ext cx="8534400" cy="1326382"/>
          </a:xfrm>
        </p:spPr>
        <p:txBody>
          <a:bodyPr>
            <a:normAutofit fontScale="92500" lnSpcReduction="10000"/>
          </a:bodyPr>
          <a:lstStyle/>
          <a:p>
            <a:pPr marL="0" indent="0">
              <a:buNone/>
            </a:pPr>
            <a:r>
              <a:rPr lang="tr-TR" sz="3200" b="1" dirty="0"/>
              <a:t>Rakiplerimiz</a:t>
            </a:r>
            <a:r>
              <a:rPr lang="tr-TR" sz="3200" dirty="0"/>
              <a:t>: (o) ile belirtilenler hariç ortak noktamız yok. Puanlama sistemini </a:t>
            </a:r>
            <a:r>
              <a:rPr lang="tr-TR" sz="3200"/>
              <a:t>yazmadık mesela (o) ile belirtildiği için </a:t>
            </a:r>
            <a:endParaRPr lang="en-US" sz="3200" dirty="0"/>
          </a:p>
        </p:txBody>
      </p:sp>
      <p:sp>
        <p:nvSpPr>
          <p:cNvPr id="4" name="Metin kutusu 3">
            <a:extLst>
              <a:ext uri="{FF2B5EF4-FFF2-40B4-BE49-F238E27FC236}">
                <a16:creationId xmlns:a16="http://schemas.microsoft.com/office/drawing/2014/main" id="{99599416-B0D1-6015-0765-4D52B2E4950A}"/>
              </a:ext>
            </a:extLst>
          </p:cNvPr>
          <p:cNvSpPr txBox="1"/>
          <p:nvPr/>
        </p:nvSpPr>
        <p:spPr>
          <a:xfrm>
            <a:off x="1024932" y="1698171"/>
            <a:ext cx="8360228" cy="4308872"/>
          </a:xfrm>
          <a:prstGeom prst="rect">
            <a:avLst/>
          </a:prstGeom>
          <a:noFill/>
        </p:spPr>
        <p:txBody>
          <a:bodyPr wrap="square" rtlCol="0">
            <a:spAutoFit/>
          </a:bodyPr>
          <a:lstStyle/>
          <a:p>
            <a:r>
              <a:rPr lang="tr-TR" sz="3200" dirty="0" err="1"/>
              <a:t>Bitlo</a:t>
            </a:r>
            <a:endParaRPr lang="tr-TR" sz="3200" dirty="0"/>
          </a:p>
          <a:p>
            <a:r>
              <a:rPr lang="tr-TR" sz="3200" dirty="0"/>
              <a:t>-1M+ kullanıcı</a:t>
            </a:r>
          </a:p>
          <a:p>
            <a:r>
              <a:rPr lang="tr-TR" sz="3200" dirty="0"/>
              <a:t>-Kripto üzerine</a:t>
            </a:r>
          </a:p>
          <a:p>
            <a:r>
              <a:rPr lang="tr-TR" sz="3200" dirty="0"/>
              <a:t>-Haberler güncel değil</a:t>
            </a:r>
          </a:p>
          <a:p>
            <a:r>
              <a:rPr lang="tr-TR" sz="3200" dirty="0"/>
              <a:t>-Üye olma kısmında sıkıntılar var olamadık</a:t>
            </a:r>
          </a:p>
          <a:p>
            <a:r>
              <a:rPr lang="tr-TR" sz="3200" dirty="0"/>
              <a:t>-Al-sat yapılabiliyor</a:t>
            </a:r>
          </a:p>
          <a:p>
            <a:r>
              <a:rPr lang="tr-TR" sz="3200" dirty="0"/>
              <a:t>-Portföy paylaşımı var(o)</a:t>
            </a:r>
          </a:p>
          <a:p>
            <a:r>
              <a:rPr lang="tr-TR" sz="3200" dirty="0"/>
              <a:t>-Hediye gönderme kısmı var(o)</a:t>
            </a:r>
          </a:p>
          <a:p>
            <a:endParaRPr lang="en-US" dirty="0"/>
          </a:p>
        </p:txBody>
      </p:sp>
    </p:spTree>
    <p:extLst>
      <p:ext uri="{BB962C8B-B14F-4D97-AF65-F5344CB8AC3E}">
        <p14:creationId xmlns:p14="http://schemas.microsoft.com/office/powerpoint/2010/main" val="22816386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Başlık 1">
            <a:extLst>
              <a:ext uri="{FF2B5EF4-FFF2-40B4-BE49-F238E27FC236}">
                <a16:creationId xmlns:a16="http://schemas.microsoft.com/office/drawing/2014/main" id="{FC3F6EF9-FC4F-1CAE-626B-987FB5A7F591}"/>
              </a:ext>
            </a:extLst>
          </p:cNvPr>
          <p:cNvSpPr>
            <a:spLocks noGrp="1"/>
          </p:cNvSpPr>
          <p:nvPr>
            <p:ph type="title"/>
          </p:nvPr>
        </p:nvSpPr>
        <p:spPr/>
        <p:txBody>
          <a:bodyPr/>
          <a:lstStyle/>
          <a:p>
            <a:endParaRPr lang="en-US" dirty="0"/>
          </a:p>
        </p:txBody>
      </p:sp>
      <p:sp>
        <p:nvSpPr>
          <p:cNvPr id="3" name="İçerik Yer Tutucusu 2">
            <a:extLst>
              <a:ext uri="{FF2B5EF4-FFF2-40B4-BE49-F238E27FC236}">
                <a16:creationId xmlns:a16="http://schemas.microsoft.com/office/drawing/2014/main" id="{7B2A0F9B-F015-E278-0B0A-509BF325CF81}"/>
              </a:ext>
            </a:extLst>
          </p:cNvPr>
          <p:cNvSpPr>
            <a:spLocks noGrp="1"/>
          </p:cNvSpPr>
          <p:nvPr>
            <p:ph idx="1"/>
          </p:nvPr>
        </p:nvSpPr>
        <p:spPr>
          <a:xfrm>
            <a:off x="1407694" y="193431"/>
            <a:ext cx="8534400" cy="3615267"/>
          </a:xfrm>
        </p:spPr>
        <p:txBody>
          <a:bodyPr>
            <a:normAutofit/>
          </a:bodyPr>
          <a:lstStyle/>
          <a:p>
            <a:pPr marL="0" indent="0">
              <a:buNone/>
            </a:pPr>
            <a:r>
              <a:rPr lang="tr-TR" sz="3200" dirty="0"/>
              <a:t>E </a:t>
            </a:r>
            <a:r>
              <a:rPr lang="tr-TR" sz="3200" dirty="0" err="1"/>
              <a:t>Toroo</a:t>
            </a:r>
            <a:endParaRPr lang="tr-TR" sz="3200" dirty="0"/>
          </a:p>
          <a:p>
            <a:pPr marL="0" indent="0">
              <a:buNone/>
            </a:pPr>
            <a:r>
              <a:rPr lang="tr-TR" sz="3200" dirty="0"/>
              <a:t>-40M</a:t>
            </a:r>
            <a:r>
              <a:rPr lang="tr-TR" sz="3200"/>
              <a:t>+ kullanıcı</a:t>
            </a:r>
            <a:endParaRPr lang="tr-TR" sz="3200" dirty="0"/>
          </a:p>
          <a:p>
            <a:pPr marL="0" indent="0">
              <a:buNone/>
            </a:pPr>
            <a:r>
              <a:rPr lang="tr-TR" sz="3200" dirty="0"/>
              <a:t>-Sosyal medya(o) </a:t>
            </a:r>
          </a:p>
          <a:p>
            <a:pPr marL="0" indent="0">
              <a:buNone/>
            </a:pPr>
            <a:r>
              <a:rPr lang="tr-TR" sz="3200" dirty="0"/>
              <a:t>-Portföy paylaşımı var(o)</a:t>
            </a:r>
          </a:p>
          <a:p>
            <a:pPr marL="0" indent="0">
              <a:buNone/>
            </a:pPr>
            <a:r>
              <a:rPr lang="tr-TR" sz="3200" dirty="0"/>
              <a:t>-</a:t>
            </a:r>
            <a:r>
              <a:rPr lang="tr-TR" sz="3200" dirty="0" err="1"/>
              <a:t>Bist</a:t>
            </a:r>
            <a:r>
              <a:rPr lang="tr-TR" sz="3200" dirty="0"/>
              <a:t> yok</a:t>
            </a:r>
          </a:p>
          <a:p>
            <a:pPr marL="0" indent="0">
              <a:buNone/>
            </a:pPr>
            <a:endParaRPr lang="tr-TR" sz="3200" dirty="0"/>
          </a:p>
        </p:txBody>
      </p:sp>
    </p:spTree>
    <p:extLst>
      <p:ext uri="{BB962C8B-B14F-4D97-AF65-F5344CB8AC3E}">
        <p14:creationId xmlns:p14="http://schemas.microsoft.com/office/powerpoint/2010/main" val="9201449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9A40FB8B-14AA-1835-4C93-07B93831B68A}"/>
              </a:ext>
            </a:extLst>
          </p:cNvPr>
          <p:cNvSpPr>
            <a:spLocks noGrp="1"/>
          </p:cNvSpPr>
          <p:nvPr>
            <p:ph idx="1"/>
          </p:nvPr>
        </p:nvSpPr>
        <p:spPr>
          <a:xfrm>
            <a:off x="1828800" y="0"/>
            <a:ext cx="8534400" cy="3615267"/>
          </a:xfrm>
        </p:spPr>
        <p:txBody>
          <a:bodyPr>
            <a:normAutofit/>
          </a:bodyPr>
          <a:lstStyle/>
          <a:p>
            <a:pPr marL="0" indent="0">
              <a:buNone/>
            </a:pPr>
            <a:r>
              <a:rPr lang="tr-TR" sz="3200" dirty="0" err="1"/>
              <a:t>infoX</a:t>
            </a:r>
            <a:endParaRPr lang="tr-TR" sz="3200" dirty="0"/>
          </a:p>
          <a:p>
            <a:pPr marL="0" indent="0">
              <a:buNone/>
            </a:pPr>
            <a:r>
              <a:rPr lang="tr-TR" sz="3200" dirty="0"/>
              <a:t>-Haberler güncel değil</a:t>
            </a:r>
          </a:p>
          <a:p>
            <a:pPr marL="0" indent="0">
              <a:buNone/>
            </a:pPr>
            <a:r>
              <a:rPr lang="tr-TR" sz="3200" dirty="0"/>
              <a:t>-</a:t>
            </a:r>
            <a:r>
              <a:rPr lang="tr-TR" sz="3200" dirty="0" err="1"/>
              <a:t>Bist</a:t>
            </a:r>
            <a:r>
              <a:rPr lang="tr-TR" sz="3200" dirty="0"/>
              <a:t> var(o)</a:t>
            </a:r>
          </a:p>
          <a:p>
            <a:pPr marL="0" indent="0">
              <a:buNone/>
            </a:pPr>
            <a:r>
              <a:rPr lang="tr-TR" sz="3200" dirty="0"/>
              <a:t>-Portföy paylaşımı var(o)</a:t>
            </a:r>
            <a:endParaRPr lang="en-US" sz="3200" dirty="0"/>
          </a:p>
        </p:txBody>
      </p:sp>
    </p:spTree>
    <p:extLst>
      <p:ext uri="{BB962C8B-B14F-4D97-AF65-F5344CB8AC3E}">
        <p14:creationId xmlns:p14="http://schemas.microsoft.com/office/powerpoint/2010/main" val="18381029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İçerik Yer Tutucusu 2">
            <a:extLst>
              <a:ext uri="{FF2B5EF4-FFF2-40B4-BE49-F238E27FC236}">
                <a16:creationId xmlns:a16="http://schemas.microsoft.com/office/drawing/2014/main" id="{17C3D9A1-9016-0B0C-BEC4-44D1282FA672}"/>
              </a:ext>
            </a:extLst>
          </p:cNvPr>
          <p:cNvSpPr>
            <a:spLocks noGrp="1"/>
          </p:cNvSpPr>
          <p:nvPr>
            <p:ph idx="1"/>
          </p:nvPr>
        </p:nvSpPr>
        <p:spPr>
          <a:xfrm>
            <a:off x="2824510" y="504930"/>
            <a:ext cx="8534400" cy="831501"/>
          </a:xfrm>
        </p:spPr>
        <p:txBody>
          <a:bodyPr>
            <a:normAutofit/>
          </a:bodyPr>
          <a:lstStyle/>
          <a:p>
            <a:pPr marL="0" indent="0">
              <a:buNone/>
            </a:pPr>
            <a:r>
              <a:rPr lang="tr-TR" sz="3200" b="1" dirty="0"/>
              <a:t>Para Kazanma Modeli</a:t>
            </a:r>
            <a:endParaRPr lang="en-US" sz="3200" b="1" dirty="0"/>
          </a:p>
        </p:txBody>
      </p:sp>
      <p:sp>
        <p:nvSpPr>
          <p:cNvPr id="4" name="Metin kutusu 3">
            <a:extLst>
              <a:ext uri="{FF2B5EF4-FFF2-40B4-BE49-F238E27FC236}">
                <a16:creationId xmlns:a16="http://schemas.microsoft.com/office/drawing/2014/main" id="{CDD040AB-D46F-5784-8DA1-323425CD3FEC}"/>
              </a:ext>
            </a:extLst>
          </p:cNvPr>
          <p:cNvSpPr txBox="1"/>
          <p:nvPr/>
        </p:nvSpPr>
        <p:spPr>
          <a:xfrm>
            <a:off x="1547446" y="1708220"/>
            <a:ext cx="7365442" cy="1200329"/>
          </a:xfrm>
          <a:prstGeom prst="rect">
            <a:avLst/>
          </a:prstGeom>
          <a:noFill/>
        </p:spPr>
        <p:txBody>
          <a:bodyPr wrap="square" rtlCol="0">
            <a:spAutoFit/>
          </a:bodyPr>
          <a:lstStyle/>
          <a:p>
            <a:r>
              <a:rPr lang="tr-TR" dirty="0"/>
              <a:t>-Önceki slaytlarda bahsettiğim gibi abonelik sistemi olacak buradan alınan komisyonlarla gelir elde edilecek.</a:t>
            </a:r>
          </a:p>
          <a:p>
            <a:r>
              <a:rPr lang="tr-TR" dirty="0"/>
              <a:t>-Ayrıca uygulama içinde yayınlanan reklamlarla gelir </a:t>
            </a:r>
            <a:r>
              <a:rPr lang="tr-TR"/>
              <a:t>elde edilecek. </a:t>
            </a:r>
            <a:endParaRPr lang="en-US" dirty="0"/>
          </a:p>
        </p:txBody>
      </p:sp>
    </p:spTree>
    <p:extLst>
      <p:ext uri="{BB962C8B-B14F-4D97-AF65-F5344CB8AC3E}">
        <p14:creationId xmlns:p14="http://schemas.microsoft.com/office/powerpoint/2010/main" val="68981732"/>
      </p:ext>
    </p:extLst>
  </p:cSld>
  <p:clrMapOvr>
    <a:masterClrMapping/>
  </p:clrMapOvr>
</p:sld>
</file>

<file path=ppt/theme/theme1.xml><?xml version="1.0" encoding="utf-8"?>
<a:theme xmlns:a="http://schemas.openxmlformats.org/drawingml/2006/main" name="Dilim">
  <a:themeElements>
    <a:clrScheme name="Yeşil">
      <a:dk1>
        <a:sysClr val="windowText" lastClr="000000"/>
      </a:dk1>
      <a:lt1>
        <a:sysClr val="window" lastClr="FFFFFF"/>
      </a:lt1>
      <a:dk2>
        <a:srgbClr val="455F51"/>
      </a:dk2>
      <a:lt2>
        <a:srgbClr val="E3DED1"/>
      </a:lt2>
      <a:accent1>
        <a:srgbClr val="549E39"/>
      </a:accent1>
      <a:accent2>
        <a:srgbClr val="8AB833"/>
      </a:accent2>
      <a:accent3>
        <a:srgbClr val="C0CF3A"/>
      </a:accent3>
      <a:accent4>
        <a:srgbClr val="029676"/>
      </a:accent4>
      <a:accent5>
        <a:srgbClr val="4AB5C4"/>
      </a:accent5>
      <a:accent6>
        <a:srgbClr val="0989B1"/>
      </a:accent6>
      <a:hlink>
        <a:srgbClr val="6B9F25"/>
      </a:hlink>
      <a:folHlink>
        <a:srgbClr val="BA6906"/>
      </a:folHlink>
    </a:clrScheme>
    <a:fontScheme name="Dilim">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lim">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142000"/>
                <a:satMod val="200000"/>
                <a:lumMod val="118000"/>
              </a:schemeClr>
            </a:gs>
            <a:gs pos="100000">
              <a:schemeClr val="phClr">
                <a:shade val="94000"/>
                <a:hueMod val="22000"/>
                <a:satMod val="220000"/>
                <a:lumMod val="62000"/>
              </a:schemeClr>
            </a:gs>
          </a:gsLst>
          <a:lin ang="6120000" scaled="1"/>
        </a:gradFill>
        <a:gradFill rotWithShape="1">
          <a:gsLst>
            <a:gs pos="0">
              <a:schemeClr val="phClr">
                <a:tint val="97000"/>
                <a:hueMod val="142000"/>
                <a:satMod val="200000"/>
                <a:lumMod val="118000"/>
              </a:schemeClr>
            </a:gs>
            <a:gs pos="100000">
              <a:schemeClr val="phClr">
                <a:shade val="92000"/>
                <a:hueMod val="22000"/>
                <a:satMod val="220000"/>
                <a:lumMod val="62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2903AAAE-3EA5-424A-B142-CC51DC1F897D}"/>
    </a:ext>
  </a:ext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Slice</Template>
  <TotalTime>0</TotalTime>
  <Words>962</Words>
  <Application>Microsoft Office PowerPoint</Application>
  <PresentationFormat>Geniş ekran</PresentationFormat>
  <Paragraphs>52</Paragraphs>
  <Slides>14</Slides>
  <Notes>1</Notes>
  <HiddenSlides>0</HiddenSlides>
  <MMClips>0</MMClips>
  <ScaleCrop>false</ScaleCrop>
  <HeadingPairs>
    <vt:vector size="6" baseType="variant">
      <vt:variant>
        <vt:lpstr>Kullanılan Yazı Tipleri</vt:lpstr>
      </vt:variant>
      <vt:variant>
        <vt:i4>3</vt:i4>
      </vt:variant>
      <vt:variant>
        <vt:lpstr>Tema</vt:lpstr>
      </vt:variant>
      <vt:variant>
        <vt:i4>1</vt:i4>
      </vt:variant>
      <vt:variant>
        <vt:lpstr>Slayt Başlıkları</vt:lpstr>
      </vt:variant>
      <vt:variant>
        <vt:i4>14</vt:i4>
      </vt:variant>
    </vt:vector>
  </HeadingPairs>
  <TitlesOfParts>
    <vt:vector size="18" baseType="lpstr">
      <vt:lpstr>Aptos</vt:lpstr>
      <vt:lpstr>Century Gothic</vt:lpstr>
      <vt:lpstr>Wingdings 3</vt:lpstr>
      <vt:lpstr>Dilim</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lpstr>PowerPoint Sunusu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Efe Enes BAŞTUĞ</dc:creator>
  <cp:lastModifiedBy>Efe Enes BAŞTUĞ</cp:lastModifiedBy>
  <cp:revision>1</cp:revision>
  <dcterms:created xsi:type="dcterms:W3CDTF">2025-04-30T13:22:20Z</dcterms:created>
  <dcterms:modified xsi:type="dcterms:W3CDTF">2025-06-14T15:52:15Z</dcterms:modified>
</cp:coreProperties>
</file>